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30274895" cy="42803445"/>
  <p:notesSz cx="7102475" cy="10234295"/>
  <p:defaultTextStyle>
    <a:defPPr>
      <a:defRPr lang="en-US"/>
    </a:defPPr>
    <a:lvl1pPr algn="ctr" rtl="0" fontAlgn="base">
      <a:spcBef>
        <a:spcPct val="0"/>
      </a:spcBef>
      <a:spcAft>
        <a:spcPct val="0"/>
      </a:spcAft>
      <a:defRPr sz="8200" kern="1200">
        <a:solidFill>
          <a:schemeClr val="tx1"/>
        </a:solidFill>
        <a:latin typeface="Arial" panose="020B0604020202020204" pitchFamily="34" charset="0"/>
        <a:ea typeface="+mn-ea"/>
        <a:cs typeface="+mn-cs"/>
      </a:defRPr>
    </a:lvl1pPr>
    <a:lvl2pPr marL="434975" algn="ctr" rtl="0" fontAlgn="base">
      <a:spcBef>
        <a:spcPct val="0"/>
      </a:spcBef>
      <a:spcAft>
        <a:spcPct val="0"/>
      </a:spcAft>
      <a:defRPr sz="8200" kern="1200">
        <a:solidFill>
          <a:schemeClr val="tx1"/>
        </a:solidFill>
        <a:latin typeface="Arial" panose="020B0604020202020204" pitchFamily="34" charset="0"/>
        <a:ea typeface="+mn-ea"/>
        <a:cs typeface="+mn-cs"/>
      </a:defRPr>
    </a:lvl2pPr>
    <a:lvl3pPr marL="869950" algn="ctr" rtl="0" fontAlgn="base">
      <a:spcBef>
        <a:spcPct val="0"/>
      </a:spcBef>
      <a:spcAft>
        <a:spcPct val="0"/>
      </a:spcAft>
      <a:defRPr sz="8200" kern="1200">
        <a:solidFill>
          <a:schemeClr val="tx1"/>
        </a:solidFill>
        <a:latin typeface="Arial" panose="020B0604020202020204" pitchFamily="34" charset="0"/>
        <a:ea typeface="+mn-ea"/>
        <a:cs typeface="+mn-cs"/>
      </a:defRPr>
    </a:lvl3pPr>
    <a:lvl4pPr marL="1304925" algn="ctr" rtl="0" fontAlgn="base">
      <a:spcBef>
        <a:spcPct val="0"/>
      </a:spcBef>
      <a:spcAft>
        <a:spcPct val="0"/>
      </a:spcAft>
      <a:defRPr sz="8200" kern="1200">
        <a:solidFill>
          <a:schemeClr val="tx1"/>
        </a:solidFill>
        <a:latin typeface="Arial" panose="020B0604020202020204" pitchFamily="34" charset="0"/>
        <a:ea typeface="+mn-ea"/>
        <a:cs typeface="+mn-cs"/>
      </a:defRPr>
    </a:lvl4pPr>
    <a:lvl5pPr marL="1739900" algn="ctr" rtl="0" fontAlgn="base">
      <a:spcBef>
        <a:spcPct val="0"/>
      </a:spcBef>
      <a:spcAft>
        <a:spcPct val="0"/>
      </a:spcAft>
      <a:defRPr sz="8200" kern="1200">
        <a:solidFill>
          <a:schemeClr val="tx1"/>
        </a:solidFill>
        <a:latin typeface="Arial" panose="020B0604020202020204" pitchFamily="34" charset="0"/>
        <a:ea typeface="+mn-ea"/>
        <a:cs typeface="+mn-cs"/>
      </a:defRPr>
    </a:lvl5pPr>
    <a:lvl6pPr marL="2174875" algn="l" defTabSz="869950" rtl="0" eaLnBrk="1" latinLnBrk="0" hangingPunct="1">
      <a:defRPr sz="8200" kern="1200">
        <a:solidFill>
          <a:schemeClr val="tx1"/>
        </a:solidFill>
        <a:latin typeface="Arial" panose="020B0604020202020204" pitchFamily="34" charset="0"/>
        <a:ea typeface="+mn-ea"/>
        <a:cs typeface="+mn-cs"/>
      </a:defRPr>
    </a:lvl6pPr>
    <a:lvl7pPr marL="2609850" algn="l" defTabSz="869950" rtl="0" eaLnBrk="1" latinLnBrk="0" hangingPunct="1">
      <a:defRPr sz="8200" kern="1200">
        <a:solidFill>
          <a:schemeClr val="tx1"/>
        </a:solidFill>
        <a:latin typeface="Arial" panose="020B0604020202020204" pitchFamily="34" charset="0"/>
        <a:ea typeface="+mn-ea"/>
        <a:cs typeface="+mn-cs"/>
      </a:defRPr>
    </a:lvl7pPr>
    <a:lvl8pPr marL="3044825" algn="l" defTabSz="869950" rtl="0" eaLnBrk="1" latinLnBrk="0" hangingPunct="1">
      <a:defRPr sz="8200" kern="1200">
        <a:solidFill>
          <a:schemeClr val="tx1"/>
        </a:solidFill>
        <a:latin typeface="Arial" panose="020B0604020202020204" pitchFamily="34" charset="0"/>
        <a:ea typeface="+mn-ea"/>
        <a:cs typeface="+mn-cs"/>
      </a:defRPr>
    </a:lvl8pPr>
    <a:lvl9pPr marL="3479800" algn="l" defTabSz="869950" rtl="0" eaLnBrk="1" latinLnBrk="0" hangingPunct="1">
      <a:defRPr sz="82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Untitled Section" id="{41961D4F-0EAC-4246-88A7-11712E061694}">
          <p14:sldIdLst>
            <p14:sldId id="256"/>
          </p14:sldIdLst>
        </p14:section>
      </p14:sectionLst>
    </p:ext>
    <p:ext uri="{EFAFB233-063F-42B5-8137-9DF3F51BA10A}">
      <p15:sldGuideLst xmlns:p15="http://schemas.microsoft.com/office/powerpoint/2012/main">
        <p15:guide id="1" orient="horz" pos="6288" userDrawn="1">
          <p15:clr>
            <a:srgbClr val="A4A3A4"/>
          </p15:clr>
        </p15:guide>
        <p15:guide id="2" orient="horz" pos="26261" userDrawn="1">
          <p15:clr>
            <a:srgbClr val="A4A3A4"/>
          </p15:clr>
        </p15:guide>
        <p15:guide id="3" orient="horz" pos="2793" userDrawn="1">
          <p15:clr>
            <a:srgbClr val="A4A3A4"/>
          </p15:clr>
        </p15:guide>
        <p15:guide id="4"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002164"/>
    <a:srgbClr val="F6BB00"/>
    <a:srgbClr val="A7C4FF"/>
    <a:srgbClr val="698ED9"/>
    <a:srgbClr val="FF0000"/>
    <a:srgbClr val="C0C0C0"/>
    <a:srgbClr val="003399"/>
    <a:srgbClr val="0046D2"/>
    <a:srgbClr val="0030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showGuides="1">
      <p:cViewPr varScale="1">
        <p:scale>
          <a:sx n="14" d="100"/>
          <a:sy n="14" d="100"/>
        </p:scale>
        <p:origin x="2981" y="216"/>
      </p:cViewPr>
      <p:guideLst>
        <p:guide orient="horz" pos="6288"/>
        <p:guide orient="horz" pos="26261"/>
        <p:guide orient="horz" pos="2793"/>
        <p:guide pos="953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077740" cy="511731"/>
          </a:xfrm>
          <a:prstGeom prst="rect">
            <a:avLst/>
          </a:prstGeom>
          <a:noFill/>
          <a:ln w="9525">
            <a:noFill/>
            <a:miter lim="800000"/>
          </a:ln>
          <a:effectLst/>
        </p:spPr>
        <p:txBody>
          <a:bodyPr vert="horz" wrap="square" lIns="99348" tIns="49675" rIns="99348" bIns="49675" numCol="1" anchor="t" anchorCtr="0" compatLnSpc="1"/>
          <a:lstStyle>
            <a:lvl1pPr algn="l">
              <a:defRPr sz="1300"/>
            </a:lvl1pPr>
          </a:lstStyle>
          <a:p>
            <a:endParaRPr lang="en-US" dirty="0"/>
          </a:p>
        </p:txBody>
      </p:sp>
      <p:sp>
        <p:nvSpPr>
          <p:cNvPr id="3075" name="Rectangle 3"/>
          <p:cNvSpPr>
            <a:spLocks noGrp="1" noChangeArrowheads="1"/>
          </p:cNvSpPr>
          <p:nvPr>
            <p:ph type="dt" idx="1"/>
          </p:nvPr>
        </p:nvSpPr>
        <p:spPr bwMode="auto">
          <a:xfrm>
            <a:off x="4023057" y="1"/>
            <a:ext cx="3077740" cy="511731"/>
          </a:xfrm>
          <a:prstGeom prst="rect">
            <a:avLst/>
          </a:prstGeom>
          <a:noFill/>
          <a:ln w="9525">
            <a:noFill/>
            <a:miter lim="800000"/>
          </a:ln>
          <a:effectLst/>
        </p:spPr>
        <p:txBody>
          <a:bodyPr vert="horz" wrap="square" lIns="99348" tIns="49675" rIns="99348" bIns="49675" numCol="1" anchor="t" anchorCtr="0" compatLnSpc="1"/>
          <a:lstStyle>
            <a:lvl1pPr algn="r">
              <a:defRPr sz="1300"/>
            </a:lvl1pPr>
          </a:lstStyle>
          <a:p>
            <a:endParaRPr lang="en-US" dirty="0"/>
          </a:p>
        </p:txBody>
      </p:sp>
      <p:sp>
        <p:nvSpPr>
          <p:cNvPr id="3076" name="Rectangle 4"/>
          <p:cNvSpPr>
            <a:spLocks noGrp="1" noRot="1" noChangeAspect="1" noChangeArrowheads="1" noTextEdit="1"/>
          </p:cNvSpPr>
          <p:nvPr>
            <p:ph type="sldImg" idx="2"/>
          </p:nvPr>
        </p:nvSpPr>
        <p:spPr bwMode="auto">
          <a:xfrm>
            <a:off x="2193925" y="766763"/>
            <a:ext cx="2716213" cy="3838575"/>
          </a:xfrm>
          <a:prstGeom prst="rect">
            <a:avLst/>
          </a:prstGeom>
          <a:noFill/>
          <a:ln w="9525">
            <a:solidFill>
              <a:srgbClr val="000000"/>
            </a:solidFill>
            <a:miter lim="800000"/>
          </a:ln>
          <a:effectLst/>
        </p:spPr>
      </p:sp>
      <p:sp>
        <p:nvSpPr>
          <p:cNvPr id="3077" name="Rectangle 5"/>
          <p:cNvSpPr>
            <a:spLocks noGrp="1" noChangeArrowheads="1"/>
          </p:cNvSpPr>
          <p:nvPr>
            <p:ph type="body" sz="quarter" idx="3"/>
          </p:nvPr>
        </p:nvSpPr>
        <p:spPr bwMode="auto">
          <a:xfrm>
            <a:off x="710248" y="4862321"/>
            <a:ext cx="5681980" cy="4605575"/>
          </a:xfrm>
          <a:prstGeom prst="rect">
            <a:avLst/>
          </a:prstGeom>
          <a:noFill/>
          <a:ln w="9525">
            <a:noFill/>
            <a:miter lim="800000"/>
          </a:ln>
          <a:effectLst/>
        </p:spPr>
        <p:txBody>
          <a:bodyPr vert="horz" wrap="square" lIns="99348" tIns="49675" rIns="99348" bIns="49675"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78" name="Rectangle 6"/>
          <p:cNvSpPr>
            <a:spLocks noGrp="1" noChangeArrowheads="1"/>
          </p:cNvSpPr>
          <p:nvPr>
            <p:ph type="ftr" sz="quarter" idx="4"/>
          </p:nvPr>
        </p:nvSpPr>
        <p:spPr bwMode="auto">
          <a:xfrm>
            <a:off x="0" y="9721125"/>
            <a:ext cx="3077740" cy="511731"/>
          </a:xfrm>
          <a:prstGeom prst="rect">
            <a:avLst/>
          </a:prstGeom>
          <a:noFill/>
          <a:ln w="9525">
            <a:noFill/>
            <a:miter lim="800000"/>
          </a:ln>
          <a:effectLst/>
        </p:spPr>
        <p:txBody>
          <a:bodyPr vert="horz" wrap="square" lIns="99348" tIns="49675" rIns="99348" bIns="49675" numCol="1" anchor="b" anchorCtr="0" compatLnSpc="1"/>
          <a:lstStyle>
            <a:lvl1pPr algn="l">
              <a:defRPr sz="1300"/>
            </a:lvl1pPr>
          </a:lstStyle>
          <a:p>
            <a:endParaRPr lang="en-US" dirty="0"/>
          </a:p>
        </p:txBody>
      </p:sp>
      <p:sp>
        <p:nvSpPr>
          <p:cNvPr id="3079" name="Rectangle 7"/>
          <p:cNvSpPr>
            <a:spLocks noGrp="1" noChangeArrowheads="1"/>
          </p:cNvSpPr>
          <p:nvPr>
            <p:ph type="sldNum" sz="quarter" idx="5"/>
          </p:nvPr>
        </p:nvSpPr>
        <p:spPr bwMode="auto">
          <a:xfrm>
            <a:off x="4023057" y="9721125"/>
            <a:ext cx="3077740" cy="511731"/>
          </a:xfrm>
          <a:prstGeom prst="rect">
            <a:avLst/>
          </a:prstGeom>
          <a:noFill/>
          <a:ln w="9525">
            <a:noFill/>
            <a:miter lim="800000"/>
          </a:ln>
          <a:effectLst/>
        </p:spPr>
        <p:txBody>
          <a:bodyPr vert="horz" wrap="square" lIns="99348" tIns="49675" rIns="99348" bIns="49675" numCol="1" anchor="b" anchorCtr="0" compatLnSpc="1"/>
          <a:lstStyle>
            <a:lvl1pPr algn="r">
              <a:defRPr sz="1300"/>
            </a:lvl1pPr>
          </a:lstStyle>
          <a:p>
            <a:fld id="{A645BAB7-E9F9-435A-B8BD-F70ADBBCBAF6}" type="slidenum">
              <a:rPr lang="en-US"/>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100" kern="1200">
        <a:solidFill>
          <a:schemeClr val="tx1"/>
        </a:solidFill>
        <a:latin typeface="Arial" panose="020B0604020202020204" pitchFamily="34" charset="0"/>
        <a:ea typeface="+mn-ea"/>
        <a:cs typeface="+mn-cs"/>
      </a:defRPr>
    </a:lvl1pPr>
    <a:lvl2pPr marL="434975" algn="l" rtl="0" fontAlgn="base">
      <a:spcBef>
        <a:spcPct val="30000"/>
      </a:spcBef>
      <a:spcAft>
        <a:spcPct val="0"/>
      </a:spcAft>
      <a:defRPr sz="1100" kern="1200">
        <a:solidFill>
          <a:schemeClr val="tx1"/>
        </a:solidFill>
        <a:latin typeface="Arial" panose="020B0604020202020204" pitchFamily="34" charset="0"/>
        <a:ea typeface="+mn-ea"/>
        <a:cs typeface="+mn-cs"/>
      </a:defRPr>
    </a:lvl2pPr>
    <a:lvl3pPr marL="869950" algn="l" rtl="0" fontAlgn="base">
      <a:spcBef>
        <a:spcPct val="30000"/>
      </a:spcBef>
      <a:spcAft>
        <a:spcPct val="0"/>
      </a:spcAft>
      <a:defRPr sz="1100" kern="1200">
        <a:solidFill>
          <a:schemeClr val="tx1"/>
        </a:solidFill>
        <a:latin typeface="Arial" panose="020B0604020202020204" pitchFamily="34" charset="0"/>
        <a:ea typeface="+mn-ea"/>
        <a:cs typeface="+mn-cs"/>
      </a:defRPr>
    </a:lvl3pPr>
    <a:lvl4pPr marL="1304925" algn="l" rtl="0" fontAlgn="base">
      <a:spcBef>
        <a:spcPct val="30000"/>
      </a:spcBef>
      <a:spcAft>
        <a:spcPct val="0"/>
      </a:spcAft>
      <a:defRPr sz="1100" kern="1200">
        <a:solidFill>
          <a:schemeClr val="tx1"/>
        </a:solidFill>
        <a:latin typeface="Arial" panose="020B0604020202020204" pitchFamily="34" charset="0"/>
        <a:ea typeface="+mn-ea"/>
        <a:cs typeface="+mn-cs"/>
      </a:defRPr>
    </a:lvl4pPr>
    <a:lvl5pPr marL="1739900" algn="l" rtl="0" fontAlgn="base">
      <a:spcBef>
        <a:spcPct val="30000"/>
      </a:spcBef>
      <a:spcAft>
        <a:spcPct val="0"/>
      </a:spcAft>
      <a:defRPr sz="1100" kern="1200">
        <a:solidFill>
          <a:schemeClr val="tx1"/>
        </a:solidFill>
        <a:latin typeface="Arial" panose="020B0604020202020204" pitchFamily="34" charset="0"/>
        <a:ea typeface="+mn-ea"/>
        <a:cs typeface="+mn-cs"/>
      </a:defRPr>
    </a:lvl5pPr>
    <a:lvl6pPr marL="2174875" algn="l" defTabSz="869950" rtl="0" eaLnBrk="1" latinLnBrk="0" hangingPunct="1">
      <a:defRPr sz="1100" kern="1200">
        <a:solidFill>
          <a:schemeClr val="tx1"/>
        </a:solidFill>
        <a:latin typeface="+mn-lt"/>
        <a:ea typeface="+mn-ea"/>
        <a:cs typeface="+mn-cs"/>
      </a:defRPr>
    </a:lvl6pPr>
    <a:lvl7pPr marL="2609850" algn="l" defTabSz="869950" rtl="0" eaLnBrk="1" latinLnBrk="0" hangingPunct="1">
      <a:defRPr sz="1100" kern="1200">
        <a:solidFill>
          <a:schemeClr val="tx1"/>
        </a:solidFill>
        <a:latin typeface="+mn-lt"/>
        <a:ea typeface="+mn-ea"/>
        <a:cs typeface="+mn-cs"/>
      </a:defRPr>
    </a:lvl7pPr>
    <a:lvl8pPr marL="3044825" algn="l" defTabSz="869950" rtl="0" eaLnBrk="1" latinLnBrk="0" hangingPunct="1">
      <a:defRPr sz="1100" kern="1200">
        <a:solidFill>
          <a:schemeClr val="tx1"/>
        </a:solidFill>
        <a:latin typeface="+mn-lt"/>
        <a:ea typeface="+mn-ea"/>
        <a:cs typeface="+mn-cs"/>
      </a:defRPr>
    </a:lvl8pPr>
    <a:lvl9pPr marL="3479800" algn="l" defTabSz="869950"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72C7B9C-DA46-4FE0-B590-97F24EE1DB0E}" type="slidenum">
              <a:rPr lang="en-US"/>
            </a:fld>
            <a:endParaRPr lang="en-US" dirty="0"/>
          </a:p>
        </p:txBody>
      </p:sp>
      <p:sp>
        <p:nvSpPr>
          <p:cNvPr id="4098" name="Rectangle 2"/>
          <p:cNvSpPr>
            <a:spLocks noGrp="1" noRot="1" noChangeAspect="1" noChangeArrowheads="1" noTextEdit="1"/>
          </p:cNvSpPr>
          <p:nvPr>
            <p:ph type="sldImg"/>
          </p:nvPr>
        </p:nvSpPr>
        <p:spPr>
          <a:xfrm>
            <a:off x="2193925" y="766763"/>
            <a:ext cx="2716213" cy="3838575"/>
          </a:xfrm>
        </p:spPr>
      </p:sp>
      <p:sp>
        <p:nvSpPr>
          <p:cNvPr id="4099"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wmf"/><Relationship Id="rId2" Type="http://schemas.openxmlformats.org/officeDocument/2006/relationships/hyperlink" Target="http://www.postersession.com/" TargetMode="Externa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extBox 1"/>
          <p:cNvSpPr txBox="1"/>
          <p:nvPr userDrawn="1"/>
        </p:nvSpPr>
        <p:spPr>
          <a:xfrm rot="16200000">
            <a:off x="24748747" y="42184203"/>
            <a:ext cx="388281" cy="103234"/>
          </a:xfrm>
          <a:prstGeom prst="rect">
            <a:avLst/>
          </a:prstGeom>
          <a:noFill/>
        </p:spPr>
        <p:txBody>
          <a:bodyPr wrap="square" lIns="86996" tIns="43498" rIns="86996" bIns="43498" rtlCol="0">
            <a:spAutoFit/>
          </a:bodyPr>
          <a:lstStyle/>
          <a:p>
            <a:pPr marL="0" marR="0" indent="0" algn="ctr" defTabSz="869950" rtl="0" eaLnBrk="1" fontAlgn="base" latinLnBrk="0" hangingPunct="1">
              <a:lnSpc>
                <a:spcPct val="100000"/>
              </a:lnSpc>
              <a:spcBef>
                <a:spcPct val="0"/>
              </a:spcBef>
              <a:spcAft>
                <a:spcPct val="0"/>
              </a:spcAft>
              <a:buClrTx/>
              <a:buSzTx/>
              <a:buFontTx/>
              <a:buNone/>
              <a:defRPr/>
            </a:pPr>
            <a:r>
              <a:rPr lang="en-US" sz="100" dirty="0">
                <a:effectLst/>
                <a:hlinkClick r:id="rId2"/>
              </a:rPr>
              <a:t>www.postersession.com</a:t>
            </a:r>
            <a:endParaRPr lang="en-US" sz="100" dirty="0">
              <a:effectLst/>
            </a:endParaRPr>
          </a:p>
        </p:txBody>
      </p:sp>
      <p:pic>
        <p:nvPicPr>
          <p:cNvPr id="4"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r="38727"/>
          <a:stretch>
            <a:fillRect/>
          </a:stretch>
        </p:blipFill>
        <p:spPr bwMode="auto">
          <a:xfrm>
            <a:off x="22904336" y="42144693"/>
            <a:ext cx="3809222" cy="207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
          <p:cNvSpPr txBox="1"/>
          <p:nvPr userDrawn="1"/>
        </p:nvSpPr>
        <p:spPr>
          <a:xfrm>
            <a:off x="26713557" y="42062330"/>
            <a:ext cx="2242539" cy="318678"/>
          </a:xfrm>
          <a:prstGeom prst="rect">
            <a:avLst/>
          </a:prstGeom>
          <a:noFill/>
        </p:spPr>
        <p:txBody>
          <a:bodyPr wrap="none" lIns="86996" tIns="43498" rIns="86996" bIns="43498" rtlCol="0">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sz="1500" dirty="0">
                <a:solidFill>
                  <a:schemeClr val="bg1"/>
                </a:solidFill>
              </a:rPr>
              <a:t>www.postersession.com</a:t>
            </a:r>
            <a:endParaRPr lang="en-US" sz="15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176395" rtl="0" fontAlgn="base">
        <a:spcBef>
          <a:spcPct val="0"/>
        </a:spcBef>
        <a:spcAft>
          <a:spcPct val="0"/>
        </a:spcAft>
        <a:defRPr sz="20100">
          <a:solidFill>
            <a:schemeClr val="tx2"/>
          </a:solidFill>
          <a:latin typeface="+mj-lt"/>
          <a:ea typeface="+mj-ea"/>
          <a:cs typeface="+mj-cs"/>
        </a:defRPr>
      </a:lvl1pPr>
      <a:lvl2pPr algn="ctr" defTabSz="4176395" rtl="0" fontAlgn="base">
        <a:spcBef>
          <a:spcPct val="0"/>
        </a:spcBef>
        <a:spcAft>
          <a:spcPct val="0"/>
        </a:spcAft>
        <a:defRPr sz="20100">
          <a:solidFill>
            <a:schemeClr val="tx2"/>
          </a:solidFill>
          <a:latin typeface="Arial" panose="020B0604020202020204" pitchFamily="34" charset="0"/>
        </a:defRPr>
      </a:lvl2pPr>
      <a:lvl3pPr algn="ctr" defTabSz="4176395" rtl="0" fontAlgn="base">
        <a:spcBef>
          <a:spcPct val="0"/>
        </a:spcBef>
        <a:spcAft>
          <a:spcPct val="0"/>
        </a:spcAft>
        <a:defRPr sz="20100">
          <a:solidFill>
            <a:schemeClr val="tx2"/>
          </a:solidFill>
          <a:latin typeface="Arial" panose="020B0604020202020204" pitchFamily="34" charset="0"/>
        </a:defRPr>
      </a:lvl3pPr>
      <a:lvl4pPr algn="ctr" defTabSz="4176395" rtl="0" fontAlgn="base">
        <a:spcBef>
          <a:spcPct val="0"/>
        </a:spcBef>
        <a:spcAft>
          <a:spcPct val="0"/>
        </a:spcAft>
        <a:defRPr sz="20100">
          <a:solidFill>
            <a:schemeClr val="tx2"/>
          </a:solidFill>
          <a:latin typeface="Arial" panose="020B0604020202020204" pitchFamily="34" charset="0"/>
        </a:defRPr>
      </a:lvl4pPr>
      <a:lvl5pPr algn="ctr" defTabSz="4176395" rtl="0" fontAlgn="base">
        <a:spcBef>
          <a:spcPct val="0"/>
        </a:spcBef>
        <a:spcAft>
          <a:spcPct val="0"/>
        </a:spcAft>
        <a:defRPr sz="20100">
          <a:solidFill>
            <a:schemeClr val="tx2"/>
          </a:solidFill>
          <a:latin typeface="Arial" panose="020B0604020202020204" pitchFamily="34" charset="0"/>
        </a:defRPr>
      </a:lvl5pPr>
      <a:lvl6pPr marL="434975" algn="ctr" defTabSz="4176395" rtl="0" fontAlgn="base">
        <a:spcBef>
          <a:spcPct val="0"/>
        </a:spcBef>
        <a:spcAft>
          <a:spcPct val="0"/>
        </a:spcAft>
        <a:defRPr sz="20100">
          <a:solidFill>
            <a:schemeClr val="tx2"/>
          </a:solidFill>
          <a:latin typeface="Arial" panose="020B0604020202020204" pitchFamily="34" charset="0"/>
        </a:defRPr>
      </a:lvl6pPr>
      <a:lvl7pPr marL="869950" algn="ctr" defTabSz="4176395" rtl="0" fontAlgn="base">
        <a:spcBef>
          <a:spcPct val="0"/>
        </a:spcBef>
        <a:spcAft>
          <a:spcPct val="0"/>
        </a:spcAft>
        <a:defRPr sz="20100">
          <a:solidFill>
            <a:schemeClr val="tx2"/>
          </a:solidFill>
          <a:latin typeface="Arial" panose="020B0604020202020204" pitchFamily="34" charset="0"/>
        </a:defRPr>
      </a:lvl7pPr>
      <a:lvl8pPr marL="1304925" algn="ctr" defTabSz="4176395" rtl="0" fontAlgn="base">
        <a:spcBef>
          <a:spcPct val="0"/>
        </a:spcBef>
        <a:spcAft>
          <a:spcPct val="0"/>
        </a:spcAft>
        <a:defRPr sz="20100">
          <a:solidFill>
            <a:schemeClr val="tx2"/>
          </a:solidFill>
          <a:latin typeface="Arial" panose="020B0604020202020204" pitchFamily="34" charset="0"/>
        </a:defRPr>
      </a:lvl8pPr>
      <a:lvl9pPr marL="1739900" algn="ctr" defTabSz="4176395" rtl="0" fontAlgn="base">
        <a:spcBef>
          <a:spcPct val="0"/>
        </a:spcBef>
        <a:spcAft>
          <a:spcPct val="0"/>
        </a:spcAft>
        <a:defRPr sz="20100">
          <a:solidFill>
            <a:schemeClr val="tx2"/>
          </a:solidFill>
          <a:latin typeface="Arial" panose="020B0604020202020204" pitchFamily="34" charset="0"/>
        </a:defRPr>
      </a:lvl9pPr>
    </p:titleStyle>
    <p:bodyStyle>
      <a:lvl1pPr marL="1566545" indent="-1566545" algn="l" defTabSz="4176395" rtl="0" fontAlgn="base">
        <a:spcBef>
          <a:spcPct val="20000"/>
        </a:spcBef>
        <a:spcAft>
          <a:spcPct val="0"/>
        </a:spcAft>
        <a:buChar char="•"/>
        <a:defRPr sz="14700">
          <a:solidFill>
            <a:schemeClr val="tx1"/>
          </a:solidFill>
          <a:latin typeface="+mn-lt"/>
          <a:ea typeface="+mn-ea"/>
          <a:cs typeface="+mn-cs"/>
        </a:defRPr>
      </a:lvl1pPr>
      <a:lvl2pPr marL="3392170" indent="-1304925" algn="l" defTabSz="4176395" rtl="0" fontAlgn="base">
        <a:spcBef>
          <a:spcPct val="20000"/>
        </a:spcBef>
        <a:spcAft>
          <a:spcPct val="0"/>
        </a:spcAft>
        <a:buChar char="–"/>
        <a:defRPr sz="12700">
          <a:solidFill>
            <a:schemeClr val="tx1"/>
          </a:solidFill>
          <a:latin typeface="+mn-lt"/>
        </a:defRPr>
      </a:lvl2pPr>
      <a:lvl3pPr marL="5219700" indent="-1043940" algn="l" defTabSz="4176395" rtl="0" fontAlgn="base">
        <a:spcBef>
          <a:spcPct val="20000"/>
        </a:spcBef>
        <a:spcAft>
          <a:spcPct val="0"/>
        </a:spcAft>
        <a:buChar char="•"/>
        <a:defRPr sz="10900">
          <a:solidFill>
            <a:schemeClr val="tx1"/>
          </a:solidFill>
          <a:latin typeface="+mn-lt"/>
        </a:defRPr>
      </a:lvl3pPr>
      <a:lvl4pPr marL="7306945" indent="-1043940" algn="l" defTabSz="4176395" rtl="0" fontAlgn="base">
        <a:spcBef>
          <a:spcPct val="20000"/>
        </a:spcBef>
        <a:spcAft>
          <a:spcPct val="0"/>
        </a:spcAft>
        <a:buChar char="–"/>
        <a:defRPr sz="9100">
          <a:solidFill>
            <a:schemeClr val="tx1"/>
          </a:solidFill>
          <a:latin typeface="+mn-lt"/>
        </a:defRPr>
      </a:lvl4pPr>
      <a:lvl5pPr marL="9396095" indent="-1043940" algn="l" defTabSz="4176395" rtl="0" fontAlgn="base">
        <a:spcBef>
          <a:spcPct val="20000"/>
        </a:spcBef>
        <a:spcAft>
          <a:spcPct val="0"/>
        </a:spcAft>
        <a:buChar char="»"/>
        <a:defRPr sz="9100">
          <a:solidFill>
            <a:schemeClr val="tx1"/>
          </a:solidFill>
          <a:latin typeface="+mn-lt"/>
        </a:defRPr>
      </a:lvl5pPr>
      <a:lvl6pPr marL="9831070" indent="-1043940" algn="l" defTabSz="4176395" rtl="0" fontAlgn="base">
        <a:spcBef>
          <a:spcPct val="20000"/>
        </a:spcBef>
        <a:spcAft>
          <a:spcPct val="0"/>
        </a:spcAft>
        <a:buChar char="»"/>
        <a:defRPr sz="9100">
          <a:solidFill>
            <a:schemeClr val="tx1"/>
          </a:solidFill>
          <a:latin typeface="+mn-lt"/>
        </a:defRPr>
      </a:lvl6pPr>
      <a:lvl7pPr marL="10266045" indent="-1043940" algn="l" defTabSz="4176395" rtl="0" fontAlgn="base">
        <a:spcBef>
          <a:spcPct val="20000"/>
        </a:spcBef>
        <a:spcAft>
          <a:spcPct val="0"/>
        </a:spcAft>
        <a:buChar char="»"/>
        <a:defRPr sz="9100">
          <a:solidFill>
            <a:schemeClr val="tx1"/>
          </a:solidFill>
          <a:latin typeface="+mn-lt"/>
        </a:defRPr>
      </a:lvl7pPr>
      <a:lvl8pPr marL="10701020" indent="-1043940" algn="l" defTabSz="4176395" rtl="0" fontAlgn="base">
        <a:spcBef>
          <a:spcPct val="20000"/>
        </a:spcBef>
        <a:spcAft>
          <a:spcPct val="0"/>
        </a:spcAft>
        <a:buChar char="»"/>
        <a:defRPr sz="9100">
          <a:solidFill>
            <a:schemeClr val="tx1"/>
          </a:solidFill>
          <a:latin typeface="+mn-lt"/>
        </a:defRPr>
      </a:lvl8pPr>
      <a:lvl9pPr marL="11135995" indent="-1043940" algn="l" defTabSz="4176395" rtl="0" fontAlgn="base">
        <a:spcBef>
          <a:spcPct val="20000"/>
        </a:spcBef>
        <a:spcAft>
          <a:spcPct val="0"/>
        </a:spcAft>
        <a:buChar char="»"/>
        <a:defRPr sz="9100">
          <a:solidFill>
            <a:schemeClr val="tx1"/>
          </a:solidFill>
          <a:latin typeface="+mn-lt"/>
        </a:defRPr>
      </a:lvl9pPr>
    </p:bodyStyle>
    <p:otherStyle>
      <a:defPPr>
        <a:defRPr lang="en-US"/>
      </a:defPPr>
      <a:lvl1pPr marL="0" algn="l" defTabSz="869950" rtl="0" eaLnBrk="1" latinLnBrk="0" hangingPunct="1">
        <a:defRPr sz="1700" kern="1200">
          <a:solidFill>
            <a:schemeClr val="tx1"/>
          </a:solidFill>
          <a:latin typeface="+mn-lt"/>
          <a:ea typeface="+mn-ea"/>
          <a:cs typeface="+mn-cs"/>
        </a:defRPr>
      </a:lvl1pPr>
      <a:lvl2pPr marL="434975" algn="l" defTabSz="869950" rtl="0" eaLnBrk="1" latinLnBrk="0" hangingPunct="1">
        <a:defRPr sz="1700" kern="1200">
          <a:solidFill>
            <a:schemeClr val="tx1"/>
          </a:solidFill>
          <a:latin typeface="+mn-lt"/>
          <a:ea typeface="+mn-ea"/>
          <a:cs typeface="+mn-cs"/>
        </a:defRPr>
      </a:lvl2pPr>
      <a:lvl3pPr marL="869950" algn="l" defTabSz="869950" rtl="0" eaLnBrk="1" latinLnBrk="0" hangingPunct="1">
        <a:defRPr sz="1700" kern="1200">
          <a:solidFill>
            <a:schemeClr val="tx1"/>
          </a:solidFill>
          <a:latin typeface="+mn-lt"/>
          <a:ea typeface="+mn-ea"/>
          <a:cs typeface="+mn-cs"/>
        </a:defRPr>
      </a:lvl3pPr>
      <a:lvl4pPr marL="1304925" algn="l" defTabSz="869950" rtl="0" eaLnBrk="1" latinLnBrk="0" hangingPunct="1">
        <a:defRPr sz="1700" kern="1200">
          <a:solidFill>
            <a:schemeClr val="tx1"/>
          </a:solidFill>
          <a:latin typeface="+mn-lt"/>
          <a:ea typeface="+mn-ea"/>
          <a:cs typeface="+mn-cs"/>
        </a:defRPr>
      </a:lvl4pPr>
      <a:lvl5pPr marL="1739900" algn="l" defTabSz="869950" rtl="0" eaLnBrk="1" latinLnBrk="0" hangingPunct="1">
        <a:defRPr sz="1700" kern="1200">
          <a:solidFill>
            <a:schemeClr val="tx1"/>
          </a:solidFill>
          <a:latin typeface="+mn-lt"/>
          <a:ea typeface="+mn-ea"/>
          <a:cs typeface="+mn-cs"/>
        </a:defRPr>
      </a:lvl5pPr>
      <a:lvl6pPr marL="2174875" algn="l" defTabSz="869950" rtl="0" eaLnBrk="1" latinLnBrk="0" hangingPunct="1">
        <a:defRPr sz="1700" kern="1200">
          <a:solidFill>
            <a:schemeClr val="tx1"/>
          </a:solidFill>
          <a:latin typeface="+mn-lt"/>
          <a:ea typeface="+mn-ea"/>
          <a:cs typeface="+mn-cs"/>
        </a:defRPr>
      </a:lvl6pPr>
      <a:lvl7pPr marL="2609850" algn="l" defTabSz="869950" rtl="0" eaLnBrk="1" latinLnBrk="0" hangingPunct="1">
        <a:defRPr sz="1700" kern="1200">
          <a:solidFill>
            <a:schemeClr val="tx1"/>
          </a:solidFill>
          <a:latin typeface="+mn-lt"/>
          <a:ea typeface="+mn-ea"/>
          <a:cs typeface="+mn-cs"/>
        </a:defRPr>
      </a:lvl7pPr>
      <a:lvl8pPr marL="3044825" algn="l" defTabSz="869950" rtl="0" eaLnBrk="1" latinLnBrk="0" hangingPunct="1">
        <a:defRPr sz="1700" kern="1200">
          <a:solidFill>
            <a:schemeClr val="tx1"/>
          </a:solidFill>
          <a:latin typeface="+mn-lt"/>
          <a:ea typeface="+mn-ea"/>
          <a:cs typeface="+mn-cs"/>
        </a:defRPr>
      </a:lvl8pPr>
      <a:lvl9pPr marL="3479800" algn="l" defTabSz="86995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2" name="AutoShape 50"/>
          <p:cNvSpPr>
            <a:spLocks noChangeArrowheads="1"/>
          </p:cNvSpPr>
          <p:nvPr/>
        </p:nvSpPr>
        <p:spPr bwMode="auto">
          <a:xfrm>
            <a:off x="15466594" y="6378107"/>
            <a:ext cx="14531835" cy="35567007"/>
          </a:xfrm>
          <a:prstGeom prst="roundRect">
            <a:avLst>
              <a:gd name="adj" fmla="val 1240"/>
            </a:avLst>
          </a:prstGeom>
          <a:solidFill>
            <a:schemeClr val="bg1"/>
          </a:solidFill>
          <a:ln w="9525">
            <a:solidFill>
              <a:schemeClr val="tx1"/>
            </a:solidFill>
            <a:round/>
          </a:ln>
          <a:effectLst/>
        </p:spPr>
        <p:txBody>
          <a:bodyPr wrap="none" anchor="ctr"/>
          <a:lstStyle/>
          <a:p>
            <a:pPr algn="l"/>
            <a:endParaRPr lang="en-US" dirty="0"/>
          </a:p>
        </p:txBody>
      </p:sp>
      <p:sp>
        <p:nvSpPr>
          <p:cNvPr id="23" name="AutoShape 4"/>
          <p:cNvSpPr>
            <a:spLocks noChangeArrowheads="1"/>
          </p:cNvSpPr>
          <p:nvPr/>
        </p:nvSpPr>
        <p:spPr bwMode="auto">
          <a:xfrm>
            <a:off x="-74479" y="6395086"/>
            <a:ext cx="15050947" cy="35632321"/>
          </a:xfrm>
          <a:prstGeom prst="roundRect">
            <a:avLst>
              <a:gd name="adj" fmla="val 1890"/>
            </a:avLst>
          </a:prstGeom>
          <a:solidFill>
            <a:schemeClr val="bg1"/>
          </a:solidFill>
          <a:ln w="9525">
            <a:solidFill>
              <a:schemeClr val="tx1"/>
            </a:solidFill>
            <a:round/>
          </a:ln>
          <a:effectLst/>
        </p:spPr>
        <p:txBody>
          <a:bodyPr wrap="none" anchor="ctr"/>
          <a:lstStyle/>
          <a:p>
            <a:r>
              <a:rPr lang="en-US" dirty="0"/>
              <a:t>   </a:t>
            </a:r>
            <a:endParaRPr lang="en-US" dirty="0"/>
          </a:p>
        </p:txBody>
      </p:sp>
      <p:sp>
        <p:nvSpPr>
          <p:cNvPr id="27" name="AutoShape 13"/>
          <p:cNvSpPr>
            <a:spLocks noChangeArrowheads="1"/>
          </p:cNvSpPr>
          <p:nvPr/>
        </p:nvSpPr>
        <p:spPr bwMode="auto">
          <a:xfrm>
            <a:off x="265899" y="214601"/>
            <a:ext cx="29268267" cy="4549563"/>
          </a:xfrm>
          <a:prstGeom prst="roundRect">
            <a:avLst>
              <a:gd name="adj" fmla="val 3723"/>
            </a:avLst>
          </a:prstGeom>
          <a:solidFill>
            <a:schemeClr val="bg1"/>
          </a:solidFill>
          <a:ln w="9525">
            <a:solidFill>
              <a:schemeClr val="tx1"/>
            </a:solidFill>
            <a:round/>
          </a:ln>
          <a:effectLst/>
        </p:spPr>
        <p:txBody>
          <a:bodyPr wrap="none" anchor="ctr"/>
          <a:lstStyle/>
          <a:p>
            <a:pPr defTabSz="4389755"/>
            <a:endParaRPr lang="en-US" dirty="0">
              <a:solidFill>
                <a:schemeClr val="bg1"/>
              </a:solidFill>
            </a:endParaRPr>
          </a:p>
        </p:txBody>
      </p:sp>
      <p:pic>
        <p:nvPicPr>
          <p:cNvPr id="4" name="Picture 3"/>
          <p:cNvPicPr>
            <a:picLocks noChangeAspect="1"/>
          </p:cNvPicPr>
          <p:nvPr/>
        </p:nvPicPr>
        <p:blipFill>
          <a:blip r:embed="rId1" cstate="print"/>
          <a:stretch>
            <a:fillRect/>
          </a:stretch>
        </p:blipFill>
        <p:spPr>
          <a:xfrm>
            <a:off x="19608279" y="41981809"/>
            <a:ext cx="10093954" cy="698455"/>
          </a:xfrm>
          <a:prstGeom prst="rect">
            <a:avLst/>
          </a:prstGeom>
        </p:spPr>
      </p:pic>
      <p:sp>
        <p:nvSpPr>
          <p:cNvPr id="32" name="Text Box 7"/>
          <p:cNvSpPr txBox="1">
            <a:spLocks noChangeArrowheads="1"/>
          </p:cNvSpPr>
          <p:nvPr/>
        </p:nvSpPr>
        <p:spPr bwMode="auto">
          <a:xfrm>
            <a:off x="305649" y="6562931"/>
            <a:ext cx="14670817"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Abstract</a:t>
            </a:r>
            <a:endParaRPr lang="en-US" sz="3600" b="1" dirty="0">
              <a:solidFill>
                <a:srgbClr val="F8F8F8"/>
              </a:solidFill>
            </a:endParaRPr>
          </a:p>
        </p:txBody>
      </p:sp>
      <p:sp>
        <p:nvSpPr>
          <p:cNvPr id="106" name="Text Box 479"/>
          <p:cNvSpPr txBox="1">
            <a:spLocks noChangeArrowheads="1"/>
          </p:cNvSpPr>
          <p:nvPr/>
        </p:nvSpPr>
        <p:spPr bwMode="auto">
          <a:xfrm>
            <a:off x="15431662" y="35922880"/>
            <a:ext cx="14566766"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Language(s) | Technology Stack</a:t>
            </a:r>
            <a:endParaRPr lang="en-US" sz="3600" b="1" dirty="0">
              <a:solidFill>
                <a:srgbClr val="F8F8F8"/>
              </a:solidFill>
            </a:endParaRPr>
          </a:p>
        </p:txBody>
      </p:sp>
      <p:sp>
        <p:nvSpPr>
          <p:cNvPr id="108" name="Text Box 479"/>
          <p:cNvSpPr txBox="1">
            <a:spLocks noChangeArrowheads="1"/>
          </p:cNvSpPr>
          <p:nvPr/>
        </p:nvSpPr>
        <p:spPr bwMode="auto">
          <a:xfrm>
            <a:off x="15466593" y="18985761"/>
            <a:ext cx="14531835"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Historical Data fetched</a:t>
            </a:r>
            <a:endParaRPr lang="en-US" sz="3600" b="1" dirty="0">
              <a:solidFill>
                <a:srgbClr val="F8F8F8"/>
              </a:solidFill>
            </a:endParaRPr>
          </a:p>
        </p:txBody>
      </p:sp>
      <p:sp>
        <p:nvSpPr>
          <p:cNvPr id="31" name="Rectangle 5"/>
          <p:cNvSpPr>
            <a:spLocks noChangeArrowheads="1"/>
          </p:cNvSpPr>
          <p:nvPr/>
        </p:nvSpPr>
        <p:spPr bwMode="auto">
          <a:xfrm>
            <a:off x="2637620" y="549075"/>
            <a:ext cx="25081678" cy="6922770"/>
          </a:xfrm>
          <a:prstGeom prst="rect">
            <a:avLst/>
          </a:prstGeom>
          <a:noFill/>
          <a:ln w="9525">
            <a:noFill/>
            <a:miter lim="800000"/>
          </a:ln>
        </p:spPr>
        <p:txBody>
          <a:bodyPr wrap="square" lIns="91243" tIns="45614" rIns="91243" bIns="45614">
            <a:spAutoFit/>
          </a:bodyPr>
          <a:lstStyle/>
          <a:p>
            <a:pPr algn="ctr">
              <a:lnSpc>
                <a:spcPct val="150000"/>
              </a:lnSpc>
            </a:pPr>
            <a:r>
              <a:rPr lang="en-US" sz="8000" b="1" dirty="0">
                <a:solidFill>
                  <a:schemeClr val="accent4"/>
                </a:solidFill>
                <a:latin typeface="Times New Roman" panose="02020603050405020304" pitchFamily="18" charset="0"/>
                <a:cs typeface="Times New Roman" panose="02020603050405020304" pitchFamily="18" charset="0"/>
              </a:rPr>
              <a:t>STOCK MARKET PREDICTION USING ML</a:t>
            </a:r>
            <a:endParaRPr lang="en-US" sz="8000" b="1" dirty="0">
              <a:solidFill>
                <a:schemeClr val="accent4"/>
              </a:solidFill>
              <a:latin typeface="Times New Roman" panose="02020603050405020304" pitchFamily="18" charset="0"/>
              <a:cs typeface="Times New Roman" panose="02020603050405020304" pitchFamily="18" charset="0"/>
            </a:endParaRPr>
          </a:p>
          <a:p>
            <a:pPr algn="ctr">
              <a:lnSpc>
                <a:spcPct val="150000"/>
              </a:lnSpc>
            </a:pPr>
            <a:r>
              <a:rPr lang="en-US" sz="4800" b="1" dirty="0">
                <a:solidFill>
                  <a:schemeClr val="tx1"/>
                </a:solidFill>
                <a:sym typeface="+mn-ea"/>
              </a:rPr>
              <a:t>Department : MCA</a:t>
            </a:r>
            <a:endParaRPr lang="en-US" sz="4800" b="1" dirty="0">
              <a:solidFill>
                <a:schemeClr val="tx1"/>
              </a:solidFill>
              <a:sym typeface="+mn-ea"/>
            </a:endParaRPr>
          </a:p>
          <a:p>
            <a:pPr algn="ctr">
              <a:lnSpc>
                <a:spcPct val="150000"/>
              </a:lnSpc>
            </a:pPr>
            <a:r>
              <a:rPr lang="en-IN" sz="4800" b="1" dirty="0">
                <a:solidFill>
                  <a:schemeClr val="tx1"/>
                </a:solidFill>
                <a:latin typeface="Times New Roman" panose="02020603050405020304" pitchFamily="18" charset="0"/>
                <a:cs typeface="Times New Roman" panose="02020603050405020304" pitchFamily="18" charset="0"/>
                <a:sym typeface="+mn-ea"/>
              </a:rPr>
              <a:t>     Name: </a:t>
            </a:r>
            <a:r>
              <a:rPr lang="en-IN" sz="4800" b="1" dirty="0" err="1">
                <a:solidFill>
                  <a:schemeClr val="tx1"/>
                </a:solidFill>
                <a:latin typeface="Times New Roman" panose="02020603050405020304" pitchFamily="18" charset="0"/>
                <a:cs typeface="Times New Roman" panose="02020603050405020304" pitchFamily="18" charset="0"/>
                <a:sym typeface="+mn-ea"/>
              </a:rPr>
              <a:t>Diviya</a:t>
            </a:r>
            <a:r>
              <a:rPr lang="en-IN" sz="4800" b="1" dirty="0">
                <a:solidFill>
                  <a:schemeClr val="tx1"/>
                </a:solidFill>
                <a:latin typeface="Times New Roman" panose="02020603050405020304" pitchFamily="18" charset="0"/>
                <a:cs typeface="Times New Roman" panose="02020603050405020304" pitchFamily="18" charset="0"/>
                <a:sym typeface="+mn-ea"/>
              </a:rPr>
              <a:t> Pandit(2022D1R005)|Riya Sharma(2022D1R006)</a:t>
            </a:r>
            <a:endParaRPr lang="en-IN" sz="4800" b="1" dirty="0">
              <a:solidFill>
                <a:schemeClr val="bg1"/>
              </a:solidFill>
              <a:latin typeface="Times New Roman" panose="02020603050405020304" pitchFamily="18" charset="0"/>
              <a:cs typeface="Times New Roman" panose="02020603050405020304" pitchFamily="18" charset="0"/>
            </a:endParaRPr>
          </a:p>
          <a:p>
            <a:pPr algn="ctr">
              <a:lnSpc>
                <a:spcPct val="150000"/>
              </a:lnSpc>
            </a:pPr>
            <a:endParaRPr lang="en-US" sz="4800" b="1" dirty="0">
              <a:solidFill>
                <a:schemeClr val="tx1"/>
              </a:solidFill>
            </a:endParaRPr>
          </a:p>
          <a:p>
            <a:pPr algn="ctr">
              <a:lnSpc>
                <a:spcPct val="150000"/>
              </a:lnSpc>
            </a:pPr>
            <a:endParaRPr lang="en-US" sz="3600" b="1" dirty="0">
              <a:solidFill>
                <a:schemeClr val="accent4"/>
              </a:solidFill>
              <a:latin typeface="+mn-lt"/>
              <a:cs typeface="Times New Roman" panose="02020603050405020304" pitchFamily="18" charset="0"/>
            </a:endParaRPr>
          </a:p>
          <a:p>
            <a:pPr algn="ctr">
              <a:lnSpc>
                <a:spcPct val="150000"/>
              </a:lnSpc>
            </a:pPr>
            <a:endParaRPr lang="en-US" sz="3600" b="1" dirty="0">
              <a:solidFill>
                <a:schemeClr val="accent4"/>
              </a:solidFill>
              <a:latin typeface="+mn-lt"/>
              <a:cs typeface="Times New Roman" panose="02020603050405020304" pitchFamily="18" charset="0"/>
            </a:endParaRPr>
          </a:p>
        </p:txBody>
      </p:sp>
      <p:sp>
        <p:nvSpPr>
          <p:cNvPr id="15" name="Text Box 437"/>
          <p:cNvSpPr txBox="1">
            <a:spLocks noChangeArrowheads="1"/>
          </p:cNvSpPr>
          <p:nvPr/>
        </p:nvSpPr>
        <p:spPr bwMode="auto">
          <a:xfrm>
            <a:off x="15468461" y="6529102"/>
            <a:ext cx="14531835" cy="646137"/>
          </a:xfrm>
          <a:prstGeom prst="rect">
            <a:avLst/>
          </a:prstGeom>
          <a:solidFill>
            <a:schemeClr val="accent2"/>
          </a:solidFill>
          <a:ln w="9525">
            <a:noFill/>
            <a:miter lim="800000"/>
          </a:ln>
        </p:spPr>
        <p:txBody>
          <a:bodyPr wrap="square" lIns="91267" tIns="45624" rIns="91267" bIns="45624">
            <a:spAutoFit/>
          </a:bodyPr>
          <a:lstStyle/>
          <a:p>
            <a:pPr algn="ctr">
              <a:spcBef>
                <a:spcPts val="200"/>
              </a:spcBef>
            </a:pPr>
            <a:r>
              <a:rPr lang="en-US" sz="3600" b="1" dirty="0">
                <a:solidFill>
                  <a:srgbClr val="F8F8F8"/>
                </a:solidFill>
              </a:rPr>
              <a:t>Stock info fetched </a:t>
            </a:r>
            <a:r>
              <a:rPr lang="en-US" sz="3600" b="1">
                <a:solidFill>
                  <a:srgbClr val="F8F8F8"/>
                </a:solidFill>
              </a:rPr>
              <a:t>at runtime</a:t>
            </a:r>
            <a:endParaRPr lang="en-IN" sz="3600" b="1" dirty="0">
              <a:solidFill>
                <a:srgbClr val="F8F8F8"/>
              </a:solidFill>
            </a:endParaRPr>
          </a:p>
        </p:txBody>
      </p:sp>
      <p:pic>
        <p:nvPicPr>
          <p:cNvPr id="18" name="Google Shape;112;p9" descr="C:\Users\Nycon\Desktop\miet_logo.png"/>
          <p:cNvPicPr preferRelativeResize="0"/>
          <p:nvPr/>
        </p:nvPicPr>
        <p:blipFill rotWithShape="1">
          <a:blip r:embed="rId2"/>
          <a:srcRect/>
          <a:stretch>
            <a:fillRect/>
          </a:stretch>
        </p:blipFill>
        <p:spPr>
          <a:xfrm>
            <a:off x="795770" y="3300330"/>
            <a:ext cx="3684789" cy="1382458"/>
          </a:xfrm>
          <a:prstGeom prst="rect">
            <a:avLst/>
          </a:prstGeom>
          <a:noFill/>
          <a:ln>
            <a:noFill/>
          </a:ln>
        </p:spPr>
      </p:pic>
      <p:sp>
        <p:nvSpPr>
          <p:cNvPr id="19" name="Text Box 388"/>
          <p:cNvSpPr txBox="1">
            <a:spLocks noChangeArrowheads="1"/>
          </p:cNvSpPr>
          <p:nvPr/>
        </p:nvSpPr>
        <p:spPr bwMode="auto">
          <a:xfrm>
            <a:off x="265899" y="15317641"/>
            <a:ext cx="14745501"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Innovation &amp; Impact</a:t>
            </a:r>
            <a:endParaRPr lang="en-US" sz="3600" b="1" dirty="0">
              <a:solidFill>
                <a:srgbClr val="F8F8F8"/>
              </a:solidFill>
            </a:endParaRPr>
          </a:p>
        </p:txBody>
      </p:sp>
      <p:pic>
        <p:nvPicPr>
          <p:cNvPr id="2" name="Picture 1"/>
          <p:cNvPicPr>
            <a:picLocks noChangeAspect="1"/>
          </p:cNvPicPr>
          <p:nvPr/>
        </p:nvPicPr>
        <p:blipFill>
          <a:blip r:embed="rId3"/>
          <a:stretch>
            <a:fillRect/>
          </a:stretch>
        </p:blipFill>
        <p:spPr>
          <a:xfrm>
            <a:off x="26487496" y="3201901"/>
            <a:ext cx="3095625" cy="1504950"/>
          </a:xfrm>
          <a:prstGeom prst="rect">
            <a:avLst/>
          </a:prstGeom>
        </p:spPr>
      </p:pic>
      <p:sp>
        <p:nvSpPr>
          <p:cNvPr id="3" name="TextBox 2"/>
          <p:cNvSpPr txBox="1"/>
          <p:nvPr/>
        </p:nvSpPr>
        <p:spPr>
          <a:xfrm>
            <a:off x="467995" y="7273290"/>
            <a:ext cx="14229080" cy="8061960"/>
          </a:xfrm>
          <a:prstGeom prst="rect">
            <a:avLst/>
          </a:prstGeom>
          <a:noFill/>
        </p:spPr>
        <p:txBody>
          <a:bodyPr wrap="square" rtlCol="0">
            <a:noAutofit/>
          </a:bodyPr>
          <a:lstStyle/>
          <a:p>
            <a:pPr marL="0" marR="0" algn="just">
              <a:lnSpc>
                <a:spcPct val="150000"/>
              </a:lnSpc>
              <a:spcBef>
                <a:spcPts val="0"/>
              </a:spcBef>
              <a:spcAft>
                <a:spcPts val="0"/>
              </a:spcAft>
            </a:pPr>
            <a:r>
              <a:rPr lang="en-US" sz="2400" dirty="0">
                <a:solidFill>
                  <a:schemeClr val="tx1"/>
                </a:solidFill>
                <a:effectLst/>
                <a:latin typeface="+mj-lt"/>
                <a:ea typeface="Times New Roman" panose="02020603050405020304" pitchFamily="18" charset="0"/>
                <a:cs typeface="Times New Roman" panose="02020603050405020304" pitchFamily="18" charset="0"/>
              </a:rPr>
              <a:t>Stock market prediction has garnered significant attention due to its potential impact on investment decision-making and financial outcomes. Financial markets pose significant challenges for investors due to their inherent complexity and volatility. </a:t>
            </a:r>
            <a:endParaRPr lang="en-US" sz="2400" dirty="0">
              <a:solidFill>
                <a:schemeClr val="tx1"/>
              </a:solidFill>
              <a:effectLst/>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400" dirty="0">
                <a:solidFill>
                  <a:schemeClr val="tx1"/>
                </a:solidFill>
                <a:effectLst/>
                <a:latin typeface="+mj-lt"/>
                <a:ea typeface="Times New Roman" panose="02020603050405020304" pitchFamily="18" charset="0"/>
                <a:cs typeface="Times New Roman" panose="02020603050405020304" pitchFamily="18" charset="0"/>
              </a:rPr>
              <a:t>In recent years, machine learning techniques, particularly reinforcement learning (RL), have emerged as promising tools for improving predictive accuracy in this domain. Leveraging historical stock price data from the National Stock Exchange (NSE), this project seeks to investigate the potential of RL in predicting stock price movements.</a:t>
            </a:r>
            <a:endParaRPr lang="en-US" sz="2400" dirty="0">
              <a:solidFill>
                <a:schemeClr val="tx1"/>
              </a:solidFill>
              <a:effectLst/>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400" dirty="0">
                <a:solidFill>
                  <a:schemeClr val="tx1"/>
                </a:solidFill>
                <a:effectLst/>
                <a:latin typeface="+mj-lt"/>
                <a:ea typeface="Times New Roman" panose="02020603050405020304" pitchFamily="18" charset="0"/>
                <a:cs typeface="Times New Roman" panose="02020603050405020304" pitchFamily="18" charset="0"/>
              </a:rPr>
              <a:t>The NSE provides a rich dataset encompassing a wide range of stocks, making it an ideal platform for exploring the applicability of RL techniques. By adapting to changing market conditions and learning from past experiences, RL models offer the prospect of identifying profitable trading opportunities in the NSE.</a:t>
            </a:r>
            <a:endParaRPr lang="en-US" sz="2400" dirty="0">
              <a:solidFill>
                <a:schemeClr val="tx1"/>
              </a:solidFill>
              <a:effectLst/>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400" dirty="0">
                <a:solidFill>
                  <a:schemeClr val="tx1"/>
                </a:solidFill>
                <a:effectLst/>
                <a:latin typeface="+mj-lt"/>
                <a:ea typeface="Times New Roman" panose="02020603050405020304" pitchFamily="18" charset="0"/>
                <a:cs typeface="Times New Roman" panose="02020603050405020304" pitchFamily="18" charset="0"/>
              </a:rPr>
              <a:t>In summary, this project aims to leverage RL to navigate the complexities of financial markets, with the ultimate goal of enhancing predictive capabilities and providing valuable insights for investors operating on the NSE.</a:t>
            </a:r>
            <a:endParaRPr lang="en-US" sz="2400" dirty="0">
              <a:solidFill>
                <a:schemeClr val="tx1"/>
              </a:solidFill>
              <a:effectLst/>
              <a:latin typeface="+mj-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p:txBody>
      </p:sp>
      <p:sp>
        <p:nvSpPr>
          <p:cNvPr id="5" name="TextBox 4"/>
          <p:cNvSpPr txBox="1"/>
          <p:nvPr/>
        </p:nvSpPr>
        <p:spPr>
          <a:xfrm>
            <a:off x="409866" y="16016523"/>
            <a:ext cx="14432258" cy="2553335"/>
          </a:xfrm>
          <a:prstGeom prst="rect">
            <a:avLst/>
          </a:prstGeom>
          <a:noFill/>
        </p:spPr>
        <p:txBody>
          <a:bodyPr wrap="square" rtlCol="0">
            <a:spAutoFit/>
          </a:bodyPr>
          <a:lstStyle/>
          <a:p>
            <a:pPr algn="l"/>
            <a:r>
              <a:rPr lang="en-US" sz="3200" b="1" dirty="0">
                <a:latin typeface="Arial" panose="020B0604020202020204" pitchFamily="34" charset="0"/>
                <a:ea typeface="MS Gothic" panose="020B0609070205080204" pitchFamily="49" charset="-128"/>
                <a:cs typeface="Arial" panose="020B0604020202020204" pitchFamily="34" charset="0"/>
              </a:rPr>
              <a:t>INNOVATION:</a:t>
            </a:r>
            <a:endParaRPr lang="en-US" sz="3200" b="1" dirty="0">
              <a:latin typeface="Arial" panose="020B0604020202020204" pitchFamily="34" charset="0"/>
              <a:ea typeface="MS Gothic" panose="020B0609070205080204" pitchFamily="49" charset="-128"/>
              <a:cs typeface="Arial" panose="020B0604020202020204" pitchFamily="34" charset="0"/>
            </a:endParaRPr>
          </a:p>
          <a:p>
            <a:pPr marL="571500" indent="-571500" algn="l">
              <a:buFont typeface="Arial" panose="020B0604020202020204" pitchFamily="34" charset="0"/>
              <a:buChar char="•"/>
            </a:pPr>
            <a:r>
              <a:rPr lang="en-US" sz="3200" dirty="0">
                <a:latin typeface="Arial" panose="020B0604020202020204" pitchFamily="34" charset="0"/>
                <a:ea typeface="MS Gothic" panose="020B0609070205080204" pitchFamily="49" charset="-128"/>
                <a:cs typeface="Arial" panose="020B0604020202020204" pitchFamily="34" charset="0"/>
              </a:rPr>
              <a:t>Time series forecasting.</a:t>
            </a:r>
            <a:endParaRPr lang="en-US" sz="3200" dirty="0">
              <a:latin typeface="Arial" panose="020B0604020202020204" pitchFamily="34" charset="0"/>
              <a:ea typeface="MS Gothic" panose="020B0609070205080204" pitchFamily="49" charset="-128"/>
              <a:cs typeface="Arial" panose="020B0604020202020204" pitchFamily="34" charset="0"/>
            </a:endParaRPr>
          </a:p>
          <a:p>
            <a:pPr marL="571500" indent="-571500" algn="l">
              <a:lnSpc>
                <a:spcPct val="100000"/>
              </a:lnSpc>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Analysis of all companies listed on Indian stock market.</a:t>
            </a:r>
            <a:endParaRPr lang="en-IN" sz="3200" dirty="0">
              <a:latin typeface="Arial" panose="020B0604020202020204" pitchFamily="34" charset="0"/>
              <a:ea typeface="MS Gothic" panose="020B0609070205080204" pitchFamily="49" charset="-128"/>
              <a:cs typeface="Arial" panose="020B0604020202020204" pitchFamily="34" charset="0"/>
            </a:endParaRPr>
          </a:p>
          <a:p>
            <a:pPr algn="l"/>
            <a:r>
              <a:rPr lang="en-IN" sz="3200" b="1" dirty="0">
                <a:latin typeface="Arial" panose="020B0604020202020204" pitchFamily="34" charset="0"/>
                <a:ea typeface="MS Gothic" panose="020B0609070205080204" pitchFamily="49" charset="-128"/>
                <a:cs typeface="Arial" panose="020B0604020202020204" pitchFamily="34" charset="0"/>
              </a:rPr>
              <a:t>IMPACT:</a:t>
            </a:r>
            <a:endParaRPr lang="en-IN" sz="3200" b="1" dirty="0">
              <a:latin typeface="Arial" panose="020B0604020202020204" pitchFamily="34" charset="0"/>
              <a:ea typeface="MS Gothic" panose="020B0609070205080204" pitchFamily="49" charset="-128"/>
              <a:cs typeface="Arial" panose="020B0604020202020204" pitchFamily="34" charset="0"/>
            </a:endParaRPr>
          </a:p>
          <a:p>
            <a:pPr marL="457200" indent="-457200" algn="l">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Knowledge based and decision making for stock market trading</a:t>
            </a:r>
            <a:endParaRPr lang="en-IN" sz="3200" dirty="0">
              <a:latin typeface="Arial" panose="020B0604020202020204" pitchFamily="34" charset="0"/>
              <a:ea typeface="MS Gothic" panose="020B0609070205080204" pitchFamily="49" charset="-128"/>
              <a:cs typeface="Arial" panose="020B0604020202020204" pitchFamily="34" charset="0"/>
            </a:endParaRPr>
          </a:p>
        </p:txBody>
      </p:sp>
      <p:sp>
        <p:nvSpPr>
          <p:cNvPr id="96" name="TextBox 95"/>
          <p:cNvSpPr txBox="1"/>
          <p:nvPr/>
        </p:nvSpPr>
        <p:spPr>
          <a:xfrm>
            <a:off x="15850186" y="36492766"/>
            <a:ext cx="13732935" cy="6014147"/>
          </a:xfrm>
          <a:prstGeom prst="rect">
            <a:avLst/>
          </a:prstGeom>
          <a:noFill/>
        </p:spPr>
        <p:txBody>
          <a:bodyPr wrap="square" rtlCol="0">
            <a:spAutoFit/>
          </a:bodyPr>
          <a:lstStyle/>
          <a:p>
            <a:pPr algn="l">
              <a:lnSpc>
                <a:spcPct val="150000"/>
              </a:lnSpc>
            </a:pPr>
            <a:r>
              <a:rPr lang="en-US" sz="3600" b="1" dirty="0">
                <a:latin typeface="Arial" panose="020B0604020202020204" pitchFamily="34" charset="0"/>
                <a:cs typeface="Arial" panose="020B0604020202020204" pitchFamily="34" charset="0"/>
              </a:rPr>
              <a:t>LANGUAGES:</a:t>
            </a:r>
            <a:endParaRPr lang="en-US" sz="3600" b="1"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PYTHON</a:t>
            </a:r>
            <a:endParaRPr lang="en-US" sz="2400" dirty="0">
              <a:latin typeface="Arial" panose="020B0604020202020204" pitchFamily="34" charset="0"/>
              <a:cs typeface="Arial" panose="020B0604020202020204" pitchFamily="34" charset="0"/>
            </a:endParaRPr>
          </a:p>
          <a:p>
            <a:pPr algn="l">
              <a:lnSpc>
                <a:spcPct val="150000"/>
              </a:lnSpc>
            </a:pPr>
            <a:r>
              <a:rPr lang="en-US" sz="3600" b="1" dirty="0">
                <a:latin typeface="Arial" panose="020B0604020202020204" pitchFamily="34" charset="0"/>
                <a:cs typeface="Arial" panose="020B0604020202020204" pitchFamily="34" charset="0"/>
              </a:rPr>
              <a:t>TECHNOLOGY STACK:</a:t>
            </a:r>
            <a:endParaRPr lang="en-US" sz="3600" b="1"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M</a:t>
            </a:r>
            <a:r>
              <a:rPr lang="en-US" sz="2400" dirty="0">
                <a:latin typeface="Arial" panose="020B0604020202020204" pitchFamily="34" charset="0"/>
                <a:cs typeface="Arial" panose="020B0604020202020204" pitchFamily="34" charset="0"/>
              </a:rPr>
              <a:t>ACHINE LEARNING</a:t>
            </a:r>
            <a:endParaRPr lang="en-US" sz="2400"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REINFORCEMENT ML</a:t>
            </a:r>
            <a:endParaRPr lang="en-US" sz="2400"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AUTO REGRESSION MODELS </a:t>
            </a:r>
            <a:endParaRPr lang="en-US" sz="2400" dirty="0">
              <a:latin typeface="Arial" panose="020B0604020202020204" pitchFamily="34" charset="0"/>
              <a:cs typeface="Arial" panose="020B0604020202020204" pitchFamily="34" charset="0"/>
            </a:endParaRPr>
          </a:p>
          <a:p>
            <a:pPr algn="l">
              <a:lnSpc>
                <a:spcPct val="150000"/>
              </a:lnSpc>
            </a:pPr>
            <a:r>
              <a:rPr lang="en-US" sz="3600" b="1" dirty="0">
                <a:latin typeface="Arial" panose="020B0604020202020204" pitchFamily="34" charset="0"/>
                <a:cs typeface="Arial" panose="020B0604020202020204" pitchFamily="34" charset="0"/>
              </a:rPr>
              <a:t>API(S):</a:t>
            </a:r>
            <a:endParaRPr lang="en-US" sz="3600" b="1"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Y FINANCE</a:t>
            </a:r>
            <a:endParaRPr lang="en-US" sz="2400"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endParaRPr lang="en-IN" sz="2800" dirty="0">
              <a:latin typeface="Arial" panose="020B0604020202020204" pitchFamily="34" charset="0"/>
              <a:cs typeface="Arial" panose="020B0604020202020204" pitchFamily="34" charset="0"/>
            </a:endParaRPr>
          </a:p>
        </p:txBody>
      </p:sp>
      <p:grpSp>
        <p:nvGrpSpPr>
          <p:cNvPr id="209" name="Group 208"/>
          <p:cNvGrpSpPr/>
          <p:nvPr/>
        </p:nvGrpSpPr>
        <p:grpSpPr>
          <a:xfrm>
            <a:off x="23315447" y="14626440"/>
            <a:ext cx="4495124" cy="2242316"/>
            <a:chOff x="18564396" y="13838261"/>
            <a:chExt cx="6988293" cy="3002533"/>
          </a:xfrm>
        </p:grpSpPr>
        <p:sp>
          <p:nvSpPr>
            <p:cNvPr id="168" name="Rectangle: Rounded Corners 167"/>
            <p:cNvSpPr/>
            <p:nvPr/>
          </p:nvSpPr>
          <p:spPr bwMode="auto">
            <a:xfrm>
              <a:off x="18564396" y="15616771"/>
              <a:ext cx="1421775" cy="1224023"/>
            </a:xfrm>
            <a:prstGeom prst="roundRect">
              <a:avLst/>
            </a:prstGeom>
            <a:no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4389755" rtl="0" eaLnBrk="1" fontAlgn="base" latinLnBrk="0" hangingPunct="1">
                <a:lnSpc>
                  <a:spcPct val="100000"/>
                </a:lnSpc>
                <a:spcBef>
                  <a:spcPct val="0"/>
                </a:spcBef>
                <a:spcAft>
                  <a:spcPct val="0"/>
                </a:spcAft>
                <a:buClrTx/>
                <a:buSzTx/>
                <a:buFontTx/>
                <a:buNone/>
              </a:pPr>
              <a:endParaRPr kumimoji="0" lang="en-IN" sz="8600" b="0" i="0" u="none" strike="noStrike" cap="none" normalizeH="0" baseline="0">
                <a:ln>
                  <a:noFill/>
                </a:ln>
                <a:solidFill>
                  <a:schemeClr val="tx1"/>
                </a:solidFill>
                <a:effectLst/>
                <a:latin typeface="Arial" panose="020B0604020202020204" pitchFamily="34" charset="0"/>
              </a:endParaRPr>
            </a:p>
          </p:txBody>
        </p:sp>
        <p:sp>
          <p:nvSpPr>
            <p:cNvPr id="172" name="Rectangle: Rounded Corners 171"/>
            <p:cNvSpPr/>
            <p:nvPr/>
          </p:nvSpPr>
          <p:spPr bwMode="auto">
            <a:xfrm>
              <a:off x="24483681" y="13838261"/>
              <a:ext cx="1069008" cy="1079337"/>
            </a:xfrm>
            <a:prstGeom prst="roundRect">
              <a:avLst>
                <a:gd name="adj" fmla="val 16667"/>
              </a:avLst>
            </a:prstGeom>
            <a:no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4389755" rtl="0" eaLnBrk="1" fontAlgn="base" latinLnBrk="0" hangingPunct="1">
                <a:lnSpc>
                  <a:spcPct val="100000"/>
                </a:lnSpc>
                <a:spcBef>
                  <a:spcPct val="0"/>
                </a:spcBef>
                <a:spcAft>
                  <a:spcPct val="0"/>
                </a:spcAft>
                <a:buClrTx/>
                <a:buSzTx/>
                <a:buFontTx/>
                <a:buNone/>
              </a:pPr>
              <a:endParaRPr kumimoji="0" lang="en-IN" sz="8600" b="0" i="0" u="none" strike="noStrike" cap="none" normalizeH="0" baseline="0" dirty="0">
                <a:ln>
                  <a:noFill/>
                </a:ln>
                <a:solidFill>
                  <a:schemeClr val="tx1"/>
                </a:solidFill>
                <a:effectLst/>
                <a:latin typeface="Arial" panose="020B0604020202020204" pitchFamily="34" charset="0"/>
              </a:endParaRPr>
            </a:p>
          </p:txBody>
        </p:sp>
        <p:sp>
          <p:nvSpPr>
            <p:cNvPr id="164" name="Rectangle: Rounded Corners 163"/>
            <p:cNvSpPr/>
            <p:nvPr/>
          </p:nvSpPr>
          <p:spPr bwMode="auto">
            <a:xfrm>
              <a:off x="20754207" y="14787757"/>
              <a:ext cx="2316208" cy="1965060"/>
            </a:xfrm>
            <a:prstGeom prst="roundRect">
              <a:avLst/>
            </a:prstGeom>
            <a:no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4389755" rtl="0" eaLnBrk="1" fontAlgn="base" latinLnBrk="0" hangingPunct="1">
                <a:lnSpc>
                  <a:spcPct val="100000"/>
                </a:lnSpc>
                <a:spcBef>
                  <a:spcPct val="0"/>
                </a:spcBef>
                <a:spcAft>
                  <a:spcPct val="0"/>
                </a:spcAft>
                <a:buClrTx/>
                <a:buSzTx/>
                <a:buFontTx/>
                <a:buNone/>
              </a:pPr>
              <a:endParaRPr kumimoji="0" lang="en-IN" sz="8600" b="0" i="0" u="none" strike="noStrike" cap="none" normalizeH="0" baseline="0">
                <a:ln>
                  <a:noFill/>
                </a:ln>
                <a:solidFill>
                  <a:schemeClr val="tx1"/>
                </a:solidFill>
                <a:effectLst/>
                <a:latin typeface="Arial" panose="020B0604020202020204" pitchFamily="34" charset="0"/>
              </a:endParaRPr>
            </a:p>
          </p:txBody>
        </p:sp>
      </p:grpSp>
      <p:sp>
        <p:nvSpPr>
          <p:cNvPr id="255" name="Rectangle 254"/>
          <p:cNvSpPr/>
          <p:nvPr/>
        </p:nvSpPr>
        <p:spPr>
          <a:xfrm>
            <a:off x="-331631" y="20203822"/>
            <a:ext cx="4695311" cy="523220"/>
          </a:xfrm>
          <a:prstGeom prst="rect">
            <a:avLst/>
          </a:prstGeom>
          <a:noFill/>
        </p:spPr>
        <p:txBody>
          <a:bodyPr wrap="square" lIns="91440" tIns="45720" rIns="91440" bIns="45720">
            <a:spAutoFit/>
          </a:bodyPr>
          <a:lstStyle/>
          <a:p>
            <a:endParaRPr lang="en-US" sz="2800" b="1" dirty="0">
              <a:ln w="0"/>
              <a:solidFill>
                <a:srgbClr val="333399"/>
              </a:solidFill>
              <a:effectLst>
                <a:outerShdw blurRad="38100" dist="19050" dir="2700000" algn="tl" rotWithShape="0">
                  <a:schemeClr val="dk1">
                    <a:alpha val="40000"/>
                  </a:schemeClr>
                </a:outerShdw>
              </a:effectLst>
            </a:endParaRPr>
          </a:p>
        </p:txBody>
      </p:sp>
      <p:grpSp>
        <p:nvGrpSpPr>
          <p:cNvPr id="9" name="Group 8"/>
          <p:cNvGrpSpPr/>
          <p:nvPr/>
        </p:nvGrpSpPr>
        <p:grpSpPr>
          <a:xfrm>
            <a:off x="265899" y="19544370"/>
            <a:ext cx="14710568" cy="10299872"/>
            <a:chOff x="265899" y="19493570"/>
            <a:chExt cx="14710568" cy="10299872"/>
          </a:xfrm>
        </p:grpSpPr>
        <p:sp>
          <p:nvSpPr>
            <p:cNvPr id="44" name="Text Box 388"/>
            <p:cNvSpPr txBox="1">
              <a:spLocks noChangeArrowheads="1"/>
            </p:cNvSpPr>
            <p:nvPr/>
          </p:nvSpPr>
          <p:spPr bwMode="auto">
            <a:xfrm>
              <a:off x="276784" y="19493570"/>
              <a:ext cx="14699683"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Functional Workflow</a:t>
              </a:r>
              <a:endParaRPr lang="en-US" sz="3600" b="1" dirty="0">
                <a:solidFill>
                  <a:srgbClr val="F8F8F8"/>
                </a:solidFill>
              </a:endParaRPr>
            </a:p>
          </p:txBody>
        </p:sp>
        <p:sp>
          <p:nvSpPr>
            <p:cNvPr id="53" name="Text Box 7"/>
            <p:cNvSpPr txBox="1">
              <a:spLocks noChangeArrowheads="1"/>
            </p:cNvSpPr>
            <p:nvPr/>
          </p:nvSpPr>
          <p:spPr bwMode="auto">
            <a:xfrm>
              <a:off x="265899" y="29147305"/>
              <a:ext cx="14706547"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Stock market forecasting</a:t>
              </a:r>
              <a:endParaRPr lang="en-US" sz="3600" b="1" dirty="0">
                <a:solidFill>
                  <a:srgbClr val="F8F8F8"/>
                </a:solidFill>
              </a:endParaRPr>
            </a:p>
          </p:txBody>
        </p:sp>
        <p:sp>
          <p:nvSpPr>
            <p:cNvPr id="254" name="Rectangle 253"/>
            <p:cNvSpPr/>
            <p:nvPr/>
          </p:nvSpPr>
          <p:spPr>
            <a:xfrm>
              <a:off x="10083638" y="21467968"/>
              <a:ext cx="3959156" cy="461665"/>
            </a:xfrm>
            <a:prstGeom prst="rect">
              <a:avLst/>
            </a:prstGeom>
            <a:noFill/>
          </p:spPr>
          <p:txBody>
            <a:bodyPr wrap="square" lIns="91440" tIns="45720" rIns="91440" bIns="45720">
              <a:spAutoFit/>
            </a:bodyPr>
            <a:lstStyle/>
            <a:p>
              <a:pPr algn="r"/>
              <a:r>
                <a:rPr lang="en-US" sz="2400" dirty="0">
                  <a:ln w="0"/>
                  <a:effectLst>
                    <a:outerShdw blurRad="38100" dist="19050" dir="2700000" algn="tl" rotWithShape="0">
                      <a:schemeClr val="dk1">
                        <a:alpha val="40000"/>
                      </a:schemeClr>
                    </a:outerShdw>
                  </a:effectLst>
                </a:rPr>
                <a:t>.</a:t>
              </a:r>
              <a:endParaRPr lang="en-US" sz="2400" dirty="0">
                <a:ln w="0"/>
                <a:effectLst>
                  <a:outerShdw blurRad="38100" dist="19050" dir="2700000" algn="tl" rotWithShape="0">
                    <a:schemeClr val="dk1">
                      <a:alpha val="40000"/>
                    </a:schemeClr>
                  </a:outerShdw>
                </a:effectLst>
              </a:endParaRPr>
            </a:p>
          </p:txBody>
        </p:sp>
        <p:sp>
          <p:nvSpPr>
            <p:cNvPr id="257" name="Rectangle 256"/>
            <p:cNvSpPr/>
            <p:nvPr/>
          </p:nvSpPr>
          <p:spPr>
            <a:xfrm>
              <a:off x="9819030" y="20195768"/>
              <a:ext cx="4695311" cy="523220"/>
            </a:xfrm>
            <a:prstGeom prst="rect">
              <a:avLst/>
            </a:prstGeom>
            <a:noFill/>
          </p:spPr>
          <p:txBody>
            <a:bodyPr wrap="square" lIns="91440" tIns="45720" rIns="91440" bIns="45720">
              <a:spAutoFit/>
            </a:bodyPr>
            <a:lstStyle/>
            <a:p>
              <a:endParaRPr lang="en-US" sz="2800" b="1" dirty="0">
                <a:ln w="0"/>
                <a:solidFill>
                  <a:srgbClr val="333399"/>
                </a:solidFill>
                <a:effectLst>
                  <a:outerShdw blurRad="38100" dist="19050" dir="2700000" algn="tl" rotWithShape="0">
                    <a:schemeClr val="dk1">
                      <a:alpha val="40000"/>
                    </a:schemeClr>
                  </a:outerShdw>
                </a:effectLst>
              </a:endParaRPr>
            </a:p>
          </p:txBody>
        </p:sp>
        <p:sp>
          <p:nvSpPr>
            <p:cNvPr id="258" name="Rectangle 257"/>
            <p:cNvSpPr/>
            <p:nvPr/>
          </p:nvSpPr>
          <p:spPr>
            <a:xfrm>
              <a:off x="660401" y="21405482"/>
              <a:ext cx="2809366" cy="461665"/>
            </a:xfrm>
            <a:prstGeom prst="rect">
              <a:avLst/>
            </a:prstGeom>
            <a:noFill/>
          </p:spPr>
          <p:txBody>
            <a:bodyPr wrap="square" lIns="91440" tIns="45720" rIns="91440" bIns="45720">
              <a:spAutoFit/>
            </a:bodyPr>
            <a:lstStyle/>
            <a:p>
              <a:endParaRPr lang="en-US" sz="2400" dirty="0">
                <a:ln w="0"/>
                <a:solidFill>
                  <a:srgbClr val="002164"/>
                </a:solidFill>
                <a:effectLst>
                  <a:outerShdw blurRad="38100" dist="19050" dir="2700000" algn="tl" rotWithShape="0">
                    <a:schemeClr val="dk1">
                      <a:alpha val="40000"/>
                    </a:schemeClr>
                  </a:outerShdw>
                </a:effectLst>
              </a:endParaRPr>
            </a:p>
          </p:txBody>
        </p:sp>
        <p:sp>
          <p:nvSpPr>
            <p:cNvPr id="259" name="Rectangle 258"/>
            <p:cNvSpPr/>
            <p:nvPr/>
          </p:nvSpPr>
          <p:spPr>
            <a:xfrm>
              <a:off x="11321425" y="27690198"/>
              <a:ext cx="2258003" cy="553998"/>
            </a:xfrm>
            <a:prstGeom prst="rect">
              <a:avLst/>
            </a:prstGeom>
            <a:noFill/>
          </p:spPr>
          <p:txBody>
            <a:bodyPr wrap="square" lIns="91440" tIns="45720" rIns="91440" bIns="45720">
              <a:spAutoFit/>
            </a:bodyPr>
            <a:lstStyle/>
            <a:p>
              <a:endParaRPr lang="en-US" sz="3000" dirty="0">
                <a:ln w="0"/>
                <a:solidFill>
                  <a:srgbClr val="002164"/>
                </a:solidFill>
                <a:effectLst>
                  <a:outerShdw blurRad="38100" dist="19050" dir="2700000" algn="tl" rotWithShape="0">
                    <a:schemeClr val="dk1">
                      <a:alpha val="40000"/>
                    </a:schemeClr>
                  </a:outerShdw>
                </a:effectLst>
              </a:endParaRPr>
            </a:p>
          </p:txBody>
        </p:sp>
        <p:sp>
          <p:nvSpPr>
            <p:cNvPr id="260" name="Rectangle 259"/>
            <p:cNvSpPr/>
            <p:nvPr/>
          </p:nvSpPr>
          <p:spPr>
            <a:xfrm>
              <a:off x="4506534" y="28169012"/>
              <a:ext cx="4695311" cy="461665"/>
            </a:xfrm>
            <a:prstGeom prst="rect">
              <a:avLst/>
            </a:prstGeom>
            <a:noFill/>
          </p:spPr>
          <p:txBody>
            <a:bodyPr wrap="square" lIns="91440" tIns="45720" rIns="91440" bIns="45720">
              <a:spAutoFit/>
            </a:bodyPr>
            <a:lstStyle/>
            <a:p>
              <a:r>
                <a:rPr lang="en-US" sz="2400" dirty="0">
                  <a:ln w="0"/>
                  <a:effectLst>
                    <a:outerShdw blurRad="38100" dist="19050" dir="2700000" algn="tl" rotWithShape="0">
                      <a:schemeClr val="dk1">
                        <a:alpha val="40000"/>
                      </a:schemeClr>
                    </a:outerShdw>
                  </a:effectLst>
                </a:rPr>
                <a:t> </a:t>
              </a:r>
              <a:endParaRPr lang="en-US" sz="2400" dirty="0">
                <a:ln w="0"/>
                <a:effectLst>
                  <a:outerShdw blurRad="38100" dist="19050" dir="2700000" algn="tl" rotWithShape="0">
                    <a:schemeClr val="dk1">
                      <a:alpha val="40000"/>
                    </a:schemeClr>
                  </a:outerShdw>
                </a:effectLst>
              </a:endParaRPr>
            </a:p>
          </p:txBody>
        </p:sp>
      </p:grpSp>
      <p:pic>
        <p:nvPicPr>
          <p:cNvPr id="12" name="Picture 11" descr="A diagram of a model training&#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1319" y="20429678"/>
            <a:ext cx="6508529" cy="8631424"/>
          </a:xfrm>
          <a:prstGeom prst="rect">
            <a:avLst/>
          </a:prstGeom>
        </p:spPr>
      </p:pic>
      <p:pic>
        <p:nvPicPr>
          <p:cNvPr id="28" name="Picture 27" descr="A graph showing the growth of a stock market&#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577" y="29981245"/>
            <a:ext cx="14706547" cy="11963869"/>
          </a:xfrm>
          <a:prstGeom prst="rect">
            <a:avLst/>
          </a:prstGeom>
        </p:spPr>
      </p:pic>
      <p:pic>
        <p:nvPicPr>
          <p:cNvPr id="40" name="Picture 39" descr="A screenshot of a computer&#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15467" y="7745125"/>
            <a:ext cx="9895104" cy="10825943"/>
          </a:xfrm>
          <a:prstGeom prst="rect">
            <a:avLst/>
          </a:prstGeom>
        </p:spPr>
      </p:pic>
      <p:pic>
        <p:nvPicPr>
          <p:cNvPr id="43" name="Picture 42" descr="A graph on a screen&#10;&#10;Description automatically generat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035199" y="19782893"/>
            <a:ext cx="13547922" cy="15791231"/>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ustom 16">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4389755" rtl="0" eaLnBrk="1" fontAlgn="base" latinLnBrk="0" hangingPunct="1">
          <a:lnSpc>
            <a:spcPct val="100000"/>
          </a:lnSpc>
          <a:spcBef>
            <a:spcPct val="0"/>
          </a:spcBef>
          <a:spcAft>
            <a:spcPct val="0"/>
          </a:spcAft>
          <a:buClrTx/>
          <a:buSzTx/>
          <a:buFontTx/>
          <a:buNone/>
          <a:defRPr kumimoji="0" lang="en-US" sz="8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4389755" rtl="0" eaLnBrk="1" fontAlgn="base" latinLnBrk="0" hangingPunct="1">
          <a:lnSpc>
            <a:spcPct val="100000"/>
          </a:lnSpc>
          <a:spcBef>
            <a:spcPct val="0"/>
          </a:spcBef>
          <a:spcAft>
            <a:spcPct val="0"/>
          </a:spcAft>
          <a:buClrTx/>
          <a:buSzTx/>
          <a:buFontTx/>
          <a:buNone/>
          <a:defRPr kumimoji="0" lang="en-US" sz="8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1653</Words>
  <Application>WPS Presentation</Application>
  <PresentationFormat>Custom</PresentationFormat>
  <Paragraphs>49</Paragraphs>
  <Slides>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SimSun</vt:lpstr>
      <vt:lpstr>Wingdings</vt:lpstr>
      <vt:lpstr>Times New Roman</vt:lpstr>
      <vt:lpstr>MS Gothic</vt:lpstr>
      <vt:lpstr>Microsoft YaHei</vt:lpstr>
      <vt:lpstr>Arial Unicode MS</vt:lpstr>
      <vt:lpstr>Default Design</vt:lpstr>
      <vt:lpstr>PowerPoint 演示文稿</vt:lpstr>
    </vt:vector>
  </TitlesOfParts>
  <Company>MegaPrint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Vertical Poster</dc:title>
  <dc:creator>Ethan Shulda;www.postersession.com</dc:creator>
  <cp:keywords>www.postersession.com</cp:keywords>
  <dc:description>©MegaPrint Inc. 2009-2015</dc:description>
  <cp:category>Research Poster</cp:category>
  <cp:lastModifiedBy>radhi</cp:lastModifiedBy>
  <cp:revision>169</cp:revision>
  <dcterms:created xsi:type="dcterms:W3CDTF">2008-12-04T00:20:00Z</dcterms:created>
  <dcterms:modified xsi:type="dcterms:W3CDTF">2024-08-03T16:20:38Z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6F8F8FCB9C1A4CD0ACC1B7B5341372BA_13</vt:lpwstr>
  </property>
  <property fmtid="{D5CDD505-2E9C-101B-9397-08002B2CF9AE}" pid="3" name="KSOProductBuildVer">
    <vt:lpwstr>1033-12.2.0.17545</vt:lpwstr>
  </property>
</Properties>
</file>