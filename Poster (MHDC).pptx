
<file path=[Content_Types].xml><?xml version="1.0" encoding="utf-8"?>
<Types xmlns="http://schemas.openxmlformats.org/package/2006/content-types">
  <Default Extension="jpeg" ContentType="image/jpeg"/>
  <Default Extension="JPG" ContentType="image/.jpg"/>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30274895" cy="42803445"/>
  <p:notesSz cx="7102475" cy="10234295"/>
  <p:defaultTextStyle>
    <a:defPPr>
      <a:defRPr lang="en-US"/>
    </a:defPPr>
    <a:lvl1pPr algn="ctr" rtl="0" fontAlgn="base">
      <a:spcBef>
        <a:spcPct val="0"/>
      </a:spcBef>
      <a:spcAft>
        <a:spcPct val="0"/>
      </a:spcAft>
      <a:defRPr sz="8200" kern="1200">
        <a:solidFill>
          <a:schemeClr val="tx1"/>
        </a:solidFill>
        <a:latin typeface="Arial" panose="020B0604020202020204" pitchFamily="34" charset="0"/>
        <a:ea typeface="+mn-ea"/>
        <a:cs typeface="+mn-cs"/>
      </a:defRPr>
    </a:lvl1pPr>
    <a:lvl2pPr marL="434975" algn="ctr" rtl="0" fontAlgn="base">
      <a:spcBef>
        <a:spcPct val="0"/>
      </a:spcBef>
      <a:spcAft>
        <a:spcPct val="0"/>
      </a:spcAft>
      <a:defRPr sz="8200" kern="1200">
        <a:solidFill>
          <a:schemeClr val="tx1"/>
        </a:solidFill>
        <a:latin typeface="Arial" panose="020B0604020202020204" pitchFamily="34" charset="0"/>
        <a:ea typeface="+mn-ea"/>
        <a:cs typeface="+mn-cs"/>
      </a:defRPr>
    </a:lvl2pPr>
    <a:lvl3pPr marL="869950" algn="ctr" rtl="0" fontAlgn="base">
      <a:spcBef>
        <a:spcPct val="0"/>
      </a:spcBef>
      <a:spcAft>
        <a:spcPct val="0"/>
      </a:spcAft>
      <a:defRPr sz="8200" kern="1200">
        <a:solidFill>
          <a:schemeClr val="tx1"/>
        </a:solidFill>
        <a:latin typeface="Arial" panose="020B0604020202020204" pitchFamily="34" charset="0"/>
        <a:ea typeface="+mn-ea"/>
        <a:cs typeface="+mn-cs"/>
      </a:defRPr>
    </a:lvl3pPr>
    <a:lvl4pPr marL="1304925" algn="ctr" rtl="0" fontAlgn="base">
      <a:spcBef>
        <a:spcPct val="0"/>
      </a:spcBef>
      <a:spcAft>
        <a:spcPct val="0"/>
      </a:spcAft>
      <a:defRPr sz="8200" kern="1200">
        <a:solidFill>
          <a:schemeClr val="tx1"/>
        </a:solidFill>
        <a:latin typeface="Arial" panose="020B0604020202020204" pitchFamily="34" charset="0"/>
        <a:ea typeface="+mn-ea"/>
        <a:cs typeface="+mn-cs"/>
      </a:defRPr>
    </a:lvl4pPr>
    <a:lvl5pPr marL="1739900" algn="ctr" rtl="0" fontAlgn="base">
      <a:spcBef>
        <a:spcPct val="0"/>
      </a:spcBef>
      <a:spcAft>
        <a:spcPct val="0"/>
      </a:spcAft>
      <a:defRPr sz="8200" kern="1200">
        <a:solidFill>
          <a:schemeClr val="tx1"/>
        </a:solidFill>
        <a:latin typeface="Arial" panose="020B0604020202020204" pitchFamily="34" charset="0"/>
        <a:ea typeface="+mn-ea"/>
        <a:cs typeface="+mn-cs"/>
      </a:defRPr>
    </a:lvl5pPr>
    <a:lvl6pPr marL="2174875" algn="l" defTabSz="869950" rtl="0" eaLnBrk="1" latinLnBrk="0" hangingPunct="1">
      <a:defRPr sz="8200" kern="1200">
        <a:solidFill>
          <a:schemeClr val="tx1"/>
        </a:solidFill>
        <a:latin typeface="Arial" panose="020B0604020202020204" pitchFamily="34" charset="0"/>
        <a:ea typeface="+mn-ea"/>
        <a:cs typeface="+mn-cs"/>
      </a:defRPr>
    </a:lvl6pPr>
    <a:lvl7pPr marL="2609850" algn="l" defTabSz="869950" rtl="0" eaLnBrk="1" latinLnBrk="0" hangingPunct="1">
      <a:defRPr sz="8200" kern="1200">
        <a:solidFill>
          <a:schemeClr val="tx1"/>
        </a:solidFill>
        <a:latin typeface="Arial" panose="020B0604020202020204" pitchFamily="34" charset="0"/>
        <a:ea typeface="+mn-ea"/>
        <a:cs typeface="+mn-cs"/>
      </a:defRPr>
    </a:lvl7pPr>
    <a:lvl8pPr marL="3044825" algn="l" defTabSz="869950" rtl="0" eaLnBrk="1" latinLnBrk="0" hangingPunct="1">
      <a:defRPr sz="8200" kern="1200">
        <a:solidFill>
          <a:schemeClr val="tx1"/>
        </a:solidFill>
        <a:latin typeface="Arial" panose="020B0604020202020204" pitchFamily="34" charset="0"/>
        <a:ea typeface="+mn-ea"/>
        <a:cs typeface="+mn-cs"/>
      </a:defRPr>
    </a:lvl8pPr>
    <a:lvl9pPr marL="3479800" algn="l" defTabSz="869950" rtl="0" eaLnBrk="1" latinLnBrk="0" hangingPunct="1">
      <a:defRPr sz="8200"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Untitled Section" id="{41961D4F-0EAC-4246-88A7-11712E061694}">
          <p14:sldIdLst>
            <p14:sldId id="256"/>
          </p14:sldIdLst>
        </p14:section>
      </p14:sectionLst>
    </p:ext>
    <p:ext uri="{EFAFB233-063F-42B5-8137-9DF3F51BA10A}">
      <p15:sldGuideLst xmlns:p15="http://schemas.microsoft.com/office/powerpoint/2012/main">
        <p15:guide id="1" orient="horz" pos="6288" userDrawn="1">
          <p15:clr>
            <a:srgbClr val="A4A3A4"/>
          </p15:clr>
        </p15:guide>
        <p15:guide id="2" orient="horz" pos="26261" userDrawn="1">
          <p15:clr>
            <a:srgbClr val="A4A3A4"/>
          </p15:clr>
        </p15:guide>
        <p15:guide id="3" orient="horz" pos="2793" userDrawn="1">
          <p15:clr>
            <a:srgbClr val="A4A3A4"/>
          </p15:clr>
        </p15:guide>
        <p15:guide id="4" pos="956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99"/>
    <a:srgbClr val="002164"/>
    <a:srgbClr val="F6BB00"/>
    <a:srgbClr val="A7C4FF"/>
    <a:srgbClr val="698ED9"/>
    <a:srgbClr val="FF0000"/>
    <a:srgbClr val="C0C0C0"/>
    <a:srgbClr val="003399"/>
    <a:srgbClr val="0046D2"/>
    <a:srgbClr val="0030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p:restoredTop sz="94660"/>
  </p:normalViewPr>
  <p:slideViewPr>
    <p:cSldViewPr snapToGrid="0" showGuides="1">
      <p:cViewPr>
        <p:scale>
          <a:sx n="33" d="100"/>
          <a:sy n="33" d="100"/>
        </p:scale>
        <p:origin x="1157" y="-115"/>
      </p:cViewPr>
      <p:guideLst>
        <p:guide orient="horz" pos="6288"/>
        <p:guide orient="horz" pos="26261"/>
        <p:guide orient="horz" pos="2793"/>
        <p:guide pos="9561"/>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1"/>
            <a:ext cx="3077740" cy="511731"/>
          </a:xfrm>
          <a:prstGeom prst="rect">
            <a:avLst/>
          </a:prstGeom>
          <a:noFill/>
          <a:ln w="9525">
            <a:noFill/>
            <a:miter lim="800000"/>
          </a:ln>
          <a:effectLst/>
        </p:spPr>
        <p:txBody>
          <a:bodyPr vert="horz" wrap="square" lIns="99348" tIns="49675" rIns="99348" bIns="49675" numCol="1" anchor="t" anchorCtr="0" compatLnSpc="1"/>
          <a:lstStyle>
            <a:lvl1pPr algn="l">
              <a:defRPr sz="1300"/>
            </a:lvl1pPr>
          </a:lstStyle>
          <a:p>
            <a:endParaRPr lang="en-US" dirty="0"/>
          </a:p>
        </p:txBody>
      </p:sp>
      <p:sp>
        <p:nvSpPr>
          <p:cNvPr id="3075" name="Rectangle 3"/>
          <p:cNvSpPr>
            <a:spLocks noGrp="1" noChangeArrowheads="1"/>
          </p:cNvSpPr>
          <p:nvPr>
            <p:ph type="dt" idx="1"/>
          </p:nvPr>
        </p:nvSpPr>
        <p:spPr bwMode="auto">
          <a:xfrm>
            <a:off x="4023057" y="1"/>
            <a:ext cx="3077740" cy="511731"/>
          </a:xfrm>
          <a:prstGeom prst="rect">
            <a:avLst/>
          </a:prstGeom>
          <a:noFill/>
          <a:ln w="9525">
            <a:noFill/>
            <a:miter lim="800000"/>
          </a:ln>
          <a:effectLst/>
        </p:spPr>
        <p:txBody>
          <a:bodyPr vert="horz" wrap="square" lIns="99348" tIns="49675" rIns="99348" bIns="49675" numCol="1" anchor="t" anchorCtr="0" compatLnSpc="1"/>
          <a:lstStyle>
            <a:lvl1pPr algn="r">
              <a:defRPr sz="1300"/>
            </a:lvl1pPr>
          </a:lstStyle>
          <a:p>
            <a:endParaRPr lang="en-US" dirty="0"/>
          </a:p>
        </p:txBody>
      </p:sp>
      <p:sp>
        <p:nvSpPr>
          <p:cNvPr id="3076" name="Rectangle 4"/>
          <p:cNvSpPr>
            <a:spLocks noGrp="1" noRot="1" noChangeAspect="1" noChangeArrowheads="1" noTextEdit="1"/>
          </p:cNvSpPr>
          <p:nvPr>
            <p:ph type="sldImg" idx="2"/>
          </p:nvPr>
        </p:nvSpPr>
        <p:spPr bwMode="auto">
          <a:xfrm>
            <a:off x="2193925" y="766763"/>
            <a:ext cx="2716213" cy="3838575"/>
          </a:xfrm>
          <a:prstGeom prst="rect">
            <a:avLst/>
          </a:prstGeom>
          <a:noFill/>
          <a:ln w="9525">
            <a:solidFill>
              <a:srgbClr val="000000"/>
            </a:solidFill>
            <a:miter lim="800000"/>
          </a:ln>
          <a:effectLst/>
        </p:spPr>
      </p:sp>
      <p:sp>
        <p:nvSpPr>
          <p:cNvPr id="3077" name="Rectangle 5"/>
          <p:cNvSpPr>
            <a:spLocks noGrp="1" noChangeArrowheads="1"/>
          </p:cNvSpPr>
          <p:nvPr>
            <p:ph type="body" sz="quarter" idx="3"/>
          </p:nvPr>
        </p:nvSpPr>
        <p:spPr bwMode="auto">
          <a:xfrm>
            <a:off x="710248" y="4862321"/>
            <a:ext cx="5681980" cy="4605575"/>
          </a:xfrm>
          <a:prstGeom prst="rect">
            <a:avLst/>
          </a:prstGeom>
          <a:noFill/>
          <a:ln w="9525">
            <a:noFill/>
            <a:miter lim="800000"/>
          </a:ln>
          <a:effectLst/>
        </p:spPr>
        <p:txBody>
          <a:bodyPr vert="horz" wrap="square" lIns="99348" tIns="49675" rIns="99348" bIns="49675"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078" name="Rectangle 6"/>
          <p:cNvSpPr>
            <a:spLocks noGrp="1" noChangeArrowheads="1"/>
          </p:cNvSpPr>
          <p:nvPr>
            <p:ph type="ftr" sz="quarter" idx="4"/>
          </p:nvPr>
        </p:nvSpPr>
        <p:spPr bwMode="auto">
          <a:xfrm>
            <a:off x="0" y="9721125"/>
            <a:ext cx="3077740" cy="511731"/>
          </a:xfrm>
          <a:prstGeom prst="rect">
            <a:avLst/>
          </a:prstGeom>
          <a:noFill/>
          <a:ln w="9525">
            <a:noFill/>
            <a:miter lim="800000"/>
          </a:ln>
          <a:effectLst/>
        </p:spPr>
        <p:txBody>
          <a:bodyPr vert="horz" wrap="square" lIns="99348" tIns="49675" rIns="99348" bIns="49675" numCol="1" anchor="b" anchorCtr="0" compatLnSpc="1"/>
          <a:lstStyle>
            <a:lvl1pPr algn="l">
              <a:defRPr sz="1300"/>
            </a:lvl1pPr>
          </a:lstStyle>
          <a:p>
            <a:endParaRPr lang="en-US" dirty="0"/>
          </a:p>
        </p:txBody>
      </p:sp>
      <p:sp>
        <p:nvSpPr>
          <p:cNvPr id="3079" name="Rectangle 7"/>
          <p:cNvSpPr>
            <a:spLocks noGrp="1" noChangeArrowheads="1"/>
          </p:cNvSpPr>
          <p:nvPr>
            <p:ph type="sldNum" sz="quarter" idx="5"/>
          </p:nvPr>
        </p:nvSpPr>
        <p:spPr bwMode="auto">
          <a:xfrm>
            <a:off x="4023057" y="9721125"/>
            <a:ext cx="3077740" cy="511731"/>
          </a:xfrm>
          <a:prstGeom prst="rect">
            <a:avLst/>
          </a:prstGeom>
          <a:noFill/>
          <a:ln w="9525">
            <a:noFill/>
            <a:miter lim="800000"/>
          </a:ln>
          <a:effectLst/>
        </p:spPr>
        <p:txBody>
          <a:bodyPr vert="horz" wrap="square" lIns="99348" tIns="49675" rIns="99348" bIns="49675" numCol="1" anchor="b" anchorCtr="0" compatLnSpc="1"/>
          <a:lstStyle>
            <a:lvl1pPr algn="r">
              <a:defRPr sz="1300"/>
            </a:lvl1pPr>
          </a:lstStyle>
          <a:p>
            <a:fld id="{A645BAB7-E9F9-435A-B8BD-F70ADBBCBAF6}" type="slidenum">
              <a:rPr lang="en-US"/>
            </a:fld>
            <a:endParaRPr lang="en-US" dirty="0"/>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100" kern="1200">
        <a:solidFill>
          <a:schemeClr val="tx1"/>
        </a:solidFill>
        <a:latin typeface="Arial" panose="020B0604020202020204" pitchFamily="34" charset="0"/>
        <a:ea typeface="+mn-ea"/>
        <a:cs typeface="+mn-cs"/>
      </a:defRPr>
    </a:lvl1pPr>
    <a:lvl2pPr marL="434975" algn="l" rtl="0" fontAlgn="base">
      <a:spcBef>
        <a:spcPct val="30000"/>
      </a:spcBef>
      <a:spcAft>
        <a:spcPct val="0"/>
      </a:spcAft>
      <a:defRPr sz="1100" kern="1200">
        <a:solidFill>
          <a:schemeClr val="tx1"/>
        </a:solidFill>
        <a:latin typeface="Arial" panose="020B0604020202020204" pitchFamily="34" charset="0"/>
        <a:ea typeface="+mn-ea"/>
        <a:cs typeface="+mn-cs"/>
      </a:defRPr>
    </a:lvl2pPr>
    <a:lvl3pPr marL="869950" algn="l" rtl="0" fontAlgn="base">
      <a:spcBef>
        <a:spcPct val="30000"/>
      </a:spcBef>
      <a:spcAft>
        <a:spcPct val="0"/>
      </a:spcAft>
      <a:defRPr sz="1100" kern="1200">
        <a:solidFill>
          <a:schemeClr val="tx1"/>
        </a:solidFill>
        <a:latin typeface="Arial" panose="020B0604020202020204" pitchFamily="34" charset="0"/>
        <a:ea typeface="+mn-ea"/>
        <a:cs typeface="+mn-cs"/>
      </a:defRPr>
    </a:lvl3pPr>
    <a:lvl4pPr marL="1304925" algn="l" rtl="0" fontAlgn="base">
      <a:spcBef>
        <a:spcPct val="30000"/>
      </a:spcBef>
      <a:spcAft>
        <a:spcPct val="0"/>
      </a:spcAft>
      <a:defRPr sz="1100" kern="1200">
        <a:solidFill>
          <a:schemeClr val="tx1"/>
        </a:solidFill>
        <a:latin typeface="Arial" panose="020B0604020202020204" pitchFamily="34" charset="0"/>
        <a:ea typeface="+mn-ea"/>
        <a:cs typeface="+mn-cs"/>
      </a:defRPr>
    </a:lvl4pPr>
    <a:lvl5pPr marL="1739900" algn="l" rtl="0" fontAlgn="base">
      <a:spcBef>
        <a:spcPct val="30000"/>
      </a:spcBef>
      <a:spcAft>
        <a:spcPct val="0"/>
      </a:spcAft>
      <a:defRPr sz="1100" kern="1200">
        <a:solidFill>
          <a:schemeClr val="tx1"/>
        </a:solidFill>
        <a:latin typeface="Arial" panose="020B0604020202020204" pitchFamily="34" charset="0"/>
        <a:ea typeface="+mn-ea"/>
        <a:cs typeface="+mn-cs"/>
      </a:defRPr>
    </a:lvl5pPr>
    <a:lvl6pPr marL="2174875" algn="l" defTabSz="869950" rtl="0" eaLnBrk="1" latinLnBrk="0" hangingPunct="1">
      <a:defRPr sz="1100" kern="1200">
        <a:solidFill>
          <a:schemeClr val="tx1"/>
        </a:solidFill>
        <a:latin typeface="+mn-lt"/>
        <a:ea typeface="+mn-ea"/>
        <a:cs typeface="+mn-cs"/>
      </a:defRPr>
    </a:lvl6pPr>
    <a:lvl7pPr marL="2609850" algn="l" defTabSz="869950" rtl="0" eaLnBrk="1" latinLnBrk="0" hangingPunct="1">
      <a:defRPr sz="1100" kern="1200">
        <a:solidFill>
          <a:schemeClr val="tx1"/>
        </a:solidFill>
        <a:latin typeface="+mn-lt"/>
        <a:ea typeface="+mn-ea"/>
        <a:cs typeface="+mn-cs"/>
      </a:defRPr>
    </a:lvl7pPr>
    <a:lvl8pPr marL="3044825" algn="l" defTabSz="869950" rtl="0" eaLnBrk="1" latinLnBrk="0" hangingPunct="1">
      <a:defRPr sz="1100" kern="1200">
        <a:solidFill>
          <a:schemeClr val="tx1"/>
        </a:solidFill>
        <a:latin typeface="+mn-lt"/>
        <a:ea typeface="+mn-ea"/>
        <a:cs typeface="+mn-cs"/>
      </a:defRPr>
    </a:lvl8pPr>
    <a:lvl9pPr marL="3479800" algn="l" defTabSz="869950" rtl="0" eaLnBrk="1" latinLnBrk="0" hangingPunct="1">
      <a:defRPr sz="1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72C7B9C-DA46-4FE0-B590-97F24EE1DB0E}" type="slidenum">
              <a:rPr lang="en-US"/>
            </a:fld>
            <a:endParaRPr lang="en-US" dirty="0"/>
          </a:p>
        </p:txBody>
      </p:sp>
      <p:sp>
        <p:nvSpPr>
          <p:cNvPr id="4098" name="Rectangle 2"/>
          <p:cNvSpPr>
            <a:spLocks noGrp="1" noRot="1" noChangeAspect="1" noChangeArrowheads="1" noTextEdit="1"/>
          </p:cNvSpPr>
          <p:nvPr>
            <p:ph type="sldImg"/>
          </p:nvPr>
        </p:nvSpPr>
        <p:spPr>
          <a:xfrm>
            <a:off x="2193925" y="766763"/>
            <a:ext cx="2716213" cy="3838575"/>
          </a:xfrm>
        </p:spPr>
      </p:sp>
      <p:sp>
        <p:nvSpPr>
          <p:cNvPr id="4099" name="Rectangle 3"/>
          <p:cNvSpPr>
            <a:spLocks noGrp="1" noChangeArrowheads="1"/>
          </p:cNvSpPr>
          <p:nvPr>
            <p:ph type="body" idx="1"/>
          </p:nvPr>
        </p:nvSpPr>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wmf"/><Relationship Id="rId2" Type="http://schemas.openxmlformats.org/officeDocument/2006/relationships/hyperlink" Target="http://www.postersession.com/" TargetMode="Externa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extBox 1"/>
          <p:cNvSpPr txBox="1"/>
          <p:nvPr userDrawn="1"/>
        </p:nvSpPr>
        <p:spPr>
          <a:xfrm rot="16200000">
            <a:off x="24748747" y="42184203"/>
            <a:ext cx="388281" cy="103234"/>
          </a:xfrm>
          <a:prstGeom prst="rect">
            <a:avLst/>
          </a:prstGeom>
          <a:noFill/>
        </p:spPr>
        <p:txBody>
          <a:bodyPr wrap="square" lIns="86996" tIns="43498" rIns="86996" bIns="43498" rtlCol="0">
            <a:spAutoFit/>
          </a:bodyPr>
          <a:lstStyle/>
          <a:p>
            <a:pPr marL="0" marR="0" indent="0" algn="ctr" defTabSz="869950" rtl="0" eaLnBrk="1" fontAlgn="base" latinLnBrk="0" hangingPunct="1">
              <a:lnSpc>
                <a:spcPct val="100000"/>
              </a:lnSpc>
              <a:spcBef>
                <a:spcPct val="0"/>
              </a:spcBef>
              <a:spcAft>
                <a:spcPct val="0"/>
              </a:spcAft>
              <a:buClrTx/>
              <a:buSzTx/>
              <a:buFontTx/>
              <a:buNone/>
              <a:defRPr/>
            </a:pPr>
            <a:r>
              <a:rPr lang="en-US" sz="100" dirty="0">
                <a:effectLst/>
                <a:hlinkClick r:id="rId2"/>
              </a:rPr>
              <a:t>www.postersession.com</a:t>
            </a:r>
            <a:endParaRPr lang="en-US" sz="100" dirty="0">
              <a:effectLst/>
            </a:endParaRPr>
          </a:p>
        </p:txBody>
      </p:sp>
      <p:pic>
        <p:nvPicPr>
          <p:cNvPr id="4"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r="38727"/>
          <a:stretch>
            <a:fillRect/>
          </a:stretch>
        </p:blipFill>
        <p:spPr bwMode="auto">
          <a:xfrm>
            <a:off x="22904336" y="42144693"/>
            <a:ext cx="3809222" cy="20745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1"/>
          <p:cNvSpPr txBox="1"/>
          <p:nvPr userDrawn="1"/>
        </p:nvSpPr>
        <p:spPr>
          <a:xfrm>
            <a:off x="26713557" y="42062330"/>
            <a:ext cx="2242539" cy="318678"/>
          </a:xfrm>
          <a:prstGeom prst="rect">
            <a:avLst/>
          </a:prstGeom>
          <a:noFill/>
        </p:spPr>
        <p:txBody>
          <a:bodyPr wrap="none" lIns="86996" tIns="43498" rIns="86996" bIns="43498" rtlCol="0">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en-US" sz="1500" dirty="0">
                <a:solidFill>
                  <a:schemeClr val="bg1"/>
                </a:solidFill>
              </a:rPr>
              <a:t>www.postersession.com</a:t>
            </a:r>
            <a:endParaRPr lang="en-US" sz="1500"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176395" rtl="0" fontAlgn="base">
        <a:spcBef>
          <a:spcPct val="0"/>
        </a:spcBef>
        <a:spcAft>
          <a:spcPct val="0"/>
        </a:spcAft>
        <a:defRPr sz="20100">
          <a:solidFill>
            <a:schemeClr val="tx2"/>
          </a:solidFill>
          <a:latin typeface="+mj-lt"/>
          <a:ea typeface="+mj-ea"/>
          <a:cs typeface="+mj-cs"/>
        </a:defRPr>
      </a:lvl1pPr>
      <a:lvl2pPr algn="ctr" defTabSz="4176395" rtl="0" fontAlgn="base">
        <a:spcBef>
          <a:spcPct val="0"/>
        </a:spcBef>
        <a:spcAft>
          <a:spcPct val="0"/>
        </a:spcAft>
        <a:defRPr sz="20100">
          <a:solidFill>
            <a:schemeClr val="tx2"/>
          </a:solidFill>
          <a:latin typeface="Arial" panose="020B0604020202020204" pitchFamily="34" charset="0"/>
        </a:defRPr>
      </a:lvl2pPr>
      <a:lvl3pPr algn="ctr" defTabSz="4176395" rtl="0" fontAlgn="base">
        <a:spcBef>
          <a:spcPct val="0"/>
        </a:spcBef>
        <a:spcAft>
          <a:spcPct val="0"/>
        </a:spcAft>
        <a:defRPr sz="20100">
          <a:solidFill>
            <a:schemeClr val="tx2"/>
          </a:solidFill>
          <a:latin typeface="Arial" panose="020B0604020202020204" pitchFamily="34" charset="0"/>
        </a:defRPr>
      </a:lvl3pPr>
      <a:lvl4pPr algn="ctr" defTabSz="4176395" rtl="0" fontAlgn="base">
        <a:spcBef>
          <a:spcPct val="0"/>
        </a:spcBef>
        <a:spcAft>
          <a:spcPct val="0"/>
        </a:spcAft>
        <a:defRPr sz="20100">
          <a:solidFill>
            <a:schemeClr val="tx2"/>
          </a:solidFill>
          <a:latin typeface="Arial" panose="020B0604020202020204" pitchFamily="34" charset="0"/>
        </a:defRPr>
      </a:lvl4pPr>
      <a:lvl5pPr algn="ctr" defTabSz="4176395" rtl="0" fontAlgn="base">
        <a:spcBef>
          <a:spcPct val="0"/>
        </a:spcBef>
        <a:spcAft>
          <a:spcPct val="0"/>
        </a:spcAft>
        <a:defRPr sz="20100">
          <a:solidFill>
            <a:schemeClr val="tx2"/>
          </a:solidFill>
          <a:latin typeface="Arial" panose="020B0604020202020204" pitchFamily="34" charset="0"/>
        </a:defRPr>
      </a:lvl5pPr>
      <a:lvl6pPr marL="434975" algn="ctr" defTabSz="4176395" rtl="0" fontAlgn="base">
        <a:spcBef>
          <a:spcPct val="0"/>
        </a:spcBef>
        <a:spcAft>
          <a:spcPct val="0"/>
        </a:spcAft>
        <a:defRPr sz="20100">
          <a:solidFill>
            <a:schemeClr val="tx2"/>
          </a:solidFill>
          <a:latin typeface="Arial" panose="020B0604020202020204" pitchFamily="34" charset="0"/>
        </a:defRPr>
      </a:lvl6pPr>
      <a:lvl7pPr marL="869950" algn="ctr" defTabSz="4176395" rtl="0" fontAlgn="base">
        <a:spcBef>
          <a:spcPct val="0"/>
        </a:spcBef>
        <a:spcAft>
          <a:spcPct val="0"/>
        </a:spcAft>
        <a:defRPr sz="20100">
          <a:solidFill>
            <a:schemeClr val="tx2"/>
          </a:solidFill>
          <a:latin typeface="Arial" panose="020B0604020202020204" pitchFamily="34" charset="0"/>
        </a:defRPr>
      </a:lvl7pPr>
      <a:lvl8pPr marL="1304925" algn="ctr" defTabSz="4176395" rtl="0" fontAlgn="base">
        <a:spcBef>
          <a:spcPct val="0"/>
        </a:spcBef>
        <a:spcAft>
          <a:spcPct val="0"/>
        </a:spcAft>
        <a:defRPr sz="20100">
          <a:solidFill>
            <a:schemeClr val="tx2"/>
          </a:solidFill>
          <a:latin typeface="Arial" panose="020B0604020202020204" pitchFamily="34" charset="0"/>
        </a:defRPr>
      </a:lvl8pPr>
      <a:lvl9pPr marL="1739900" algn="ctr" defTabSz="4176395" rtl="0" fontAlgn="base">
        <a:spcBef>
          <a:spcPct val="0"/>
        </a:spcBef>
        <a:spcAft>
          <a:spcPct val="0"/>
        </a:spcAft>
        <a:defRPr sz="20100">
          <a:solidFill>
            <a:schemeClr val="tx2"/>
          </a:solidFill>
          <a:latin typeface="Arial" panose="020B0604020202020204" pitchFamily="34" charset="0"/>
        </a:defRPr>
      </a:lvl9pPr>
    </p:titleStyle>
    <p:bodyStyle>
      <a:lvl1pPr marL="1566545" indent="-1566545" algn="l" defTabSz="4176395" rtl="0" fontAlgn="base">
        <a:spcBef>
          <a:spcPct val="20000"/>
        </a:spcBef>
        <a:spcAft>
          <a:spcPct val="0"/>
        </a:spcAft>
        <a:buChar char="•"/>
        <a:defRPr sz="14700">
          <a:solidFill>
            <a:schemeClr val="tx1"/>
          </a:solidFill>
          <a:latin typeface="+mn-lt"/>
          <a:ea typeface="+mn-ea"/>
          <a:cs typeface="+mn-cs"/>
        </a:defRPr>
      </a:lvl1pPr>
      <a:lvl2pPr marL="3392170" indent="-1304925" algn="l" defTabSz="4176395" rtl="0" fontAlgn="base">
        <a:spcBef>
          <a:spcPct val="20000"/>
        </a:spcBef>
        <a:spcAft>
          <a:spcPct val="0"/>
        </a:spcAft>
        <a:buChar char="–"/>
        <a:defRPr sz="12700">
          <a:solidFill>
            <a:schemeClr val="tx1"/>
          </a:solidFill>
          <a:latin typeface="+mn-lt"/>
        </a:defRPr>
      </a:lvl2pPr>
      <a:lvl3pPr marL="5219700" indent="-1043940" algn="l" defTabSz="4176395" rtl="0" fontAlgn="base">
        <a:spcBef>
          <a:spcPct val="20000"/>
        </a:spcBef>
        <a:spcAft>
          <a:spcPct val="0"/>
        </a:spcAft>
        <a:buChar char="•"/>
        <a:defRPr sz="10900">
          <a:solidFill>
            <a:schemeClr val="tx1"/>
          </a:solidFill>
          <a:latin typeface="+mn-lt"/>
        </a:defRPr>
      </a:lvl3pPr>
      <a:lvl4pPr marL="7306945" indent="-1043940" algn="l" defTabSz="4176395" rtl="0" fontAlgn="base">
        <a:spcBef>
          <a:spcPct val="20000"/>
        </a:spcBef>
        <a:spcAft>
          <a:spcPct val="0"/>
        </a:spcAft>
        <a:buChar char="–"/>
        <a:defRPr sz="9100">
          <a:solidFill>
            <a:schemeClr val="tx1"/>
          </a:solidFill>
          <a:latin typeface="+mn-lt"/>
        </a:defRPr>
      </a:lvl4pPr>
      <a:lvl5pPr marL="9396095" indent="-1043940" algn="l" defTabSz="4176395" rtl="0" fontAlgn="base">
        <a:spcBef>
          <a:spcPct val="20000"/>
        </a:spcBef>
        <a:spcAft>
          <a:spcPct val="0"/>
        </a:spcAft>
        <a:buChar char="»"/>
        <a:defRPr sz="9100">
          <a:solidFill>
            <a:schemeClr val="tx1"/>
          </a:solidFill>
          <a:latin typeface="+mn-lt"/>
        </a:defRPr>
      </a:lvl5pPr>
      <a:lvl6pPr marL="9831070" indent="-1043940" algn="l" defTabSz="4176395" rtl="0" fontAlgn="base">
        <a:spcBef>
          <a:spcPct val="20000"/>
        </a:spcBef>
        <a:spcAft>
          <a:spcPct val="0"/>
        </a:spcAft>
        <a:buChar char="»"/>
        <a:defRPr sz="9100">
          <a:solidFill>
            <a:schemeClr val="tx1"/>
          </a:solidFill>
          <a:latin typeface="+mn-lt"/>
        </a:defRPr>
      </a:lvl6pPr>
      <a:lvl7pPr marL="10266045" indent="-1043940" algn="l" defTabSz="4176395" rtl="0" fontAlgn="base">
        <a:spcBef>
          <a:spcPct val="20000"/>
        </a:spcBef>
        <a:spcAft>
          <a:spcPct val="0"/>
        </a:spcAft>
        <a:buChar char="»"/>
        <a:defRPr sz="9100">
          <a:solidFill>
            <a:schemeClr val="tx1"/>
          </a:solidFill>
          <a:latin typeface="+mn-lt"/>
        </a:defRPr>
      </a:lvl7pPr>
      <a:lvl8pPr marL="10701020" indent="-1043940" algn="l" defTabSz="4176395" rtl="0" fontAlgn="base">
        <a:spcBef>
          <a:spcPct val="20000"/>
        </a:spcBef>
        <a:spcAft>
          <a:spcPct val="0"/>
        </a:spcAft>
        <a:buChar char="»"/>
        <a:defRPr sz="9100">
          <a:solidFill>
            <a:schemeClr val="tx1"/>
          </a:solidFill>
          <a:latin typeface="+mn-lt"/>
        </a:defRPr>
      </a:lvl8pPr>
      <a:lvl9pPr marL="11135995" indent="-1043940" algn="l" defTabSz="4176395" rtl="0" fontAlgn="base">
        <a:spcBef>
          <a:spcPct val="20000"/>
        </a:spcBef>
        <a:spcAft>
          <a:spcPct val="0"/>
        </a:spcAft>
        <a:buChar char="»"/>
        <a:defRPr sz="9100">
          <a:solidFill>
            <a:schemeClr val="tx1"/>
          </a:solidFill>
          <a:latin typeface="+mn-lt"/>
        </a:defRPr>
      </a:lvl9pPr>
    </p:bodyStyle>
    <p:otherStyle>
      <a:defPPr>
        <a:defRPr lang="en-US"/>
      </a:defPPr>
      <a:lvl1pPr marL="0" algn="l" defTabSz="869950" rtl="0" eaLnBrk="1" latinLnBrk="0" hangingPunct="1">
        <a:defRPr sz="1700" kern="1200">
          <a:solidFill>
            <a:schemeClr val="tx1"/>
          </a:solidFill>
          <a:latin typeface="+mn-lt"/>
          <a:ea typeface="+mn-ea"/>
          <a:cs typeface="+mn-cs"/>
        </a:defRPr>
      </a:lvl1pPr>
      <a:lvl2pPr marL="434975" algn="l" defTabSz="869950" rtl="0" eaLnBrk="1" latinLnBrk="0" hangingPunct="1">
        <a:defRPr sz="1700" kern="1200">
          <a:solidFill>
            <a:schemeClr val="tx1"/>
          </a:solidFill>
          <a:latin typeface="+mn-lt"/>
          <a:ea typeface="+mn-ea"/>
          <a:cs typeface="+mn-cs"/>
        </a:defRPr>
      </a:lvl2pPr>
      <a:lvl3pPr marL="869950" algn="l" defTabSz="869950" rtl="0" eaLnBrk="1" latinLnBrk="0" hangingPunct="1">
        <a:defRPr sz="1700" kern="1200">
          <a:solidFill>
            <a:schemeClr val="tx1"/>
          </a:solidFill>
          <a:latin typeface="+mn-lt"/>
          <a:ea typeface="+mn-ea"/>
          <a:cs typeface="+mn-cs"/>
        </a:defRPr>
      </a:lvl3pPr>
      <a:lvl4pPr marL="1304925" algn="l" defTabSz="869950" rtl="0" eaLnBrk="1" latinLnBrk="0" hangingPunct="1">
        <a:defRPr sz="1700" kern="1200">
          <a:solidFill>
            <a:schemeClr val="tx1"/>
          </a:solidFill>
          <a:latin typeface="+mn-lt"/>
          <a:ea typeface="+mn-ea"/>
          <a:cs typeface="+mn-cs"/>
        </a:defRPr>
      </a:lvl4pPr>
      <a:lvl5pPr marL="1739900" algn="l" defTabSz="869950" rtl="0" eaLnBrk="1" latinLnBrk="0" hangingPunct="1">
        <a:defRPr sz="1700" kern="1200">
          <a:solidFill>
            <a:schemeClr val="tx1"/>
          </a:solidFill>
          <a:latin typeface="+mn-lt"/>
          <a:ea typeface="+mn-ea"/>
          <a:cs typeface="+mn-cs"/>
        </a:defRPr>
      </a:lvl5pPr>
      <a:lvl6pPr marL="2174875" algn="l" defTabSz="869950" rtl="0" eaLnBrk="1" latinLnBrk="0" hangingPunct="1">
        <a:defRPr sz="1700" kern="1200">
          <a:solidFill>
            <a:schemeClr val="tx1"/>
          </a:solidFill>
          <a:latin typeface="+mn-lt"/>
          <a:ea typeface="+mn-ea"/>
          <a:cs typeface="+mn-cs"/>
        </a:defRPr>
      </a:lvl6pPr>
      <a:lvl7pPr marL="2609850" algn="l" defTabSz="869950" rtl="0" eaLnBrk="1" latinLnBrk="0" hangingPunct="1">
        <a:defRPr sz="1700" kern="1200">
          <a:solidFill>
            <a:schemeClr val="tx1"/>
          </a:solidFill>
          <a:latin typeface="+mn-lt"/>
          <a:ea typeface="+mn-ea"/>
          <a:cs typeface="+mn-cs"/>
        </a:defRPr>
      </a:lvl7pPr>
      <a:lvl8pPr marL="3044825" algn="l" defTabSz="869950" rtl="0" eaLnBrk="1" latinLnBrk="0" hangingPunct="1">
        <a:defRPr sz="1700" kern="1200">
          <a:solidFill>
            <a:schemeClr val="tx1"/>
          </a:solidFill>
          <a:latin typeface="+mn-lt"/>
          <a:ea typeface="+mn-ea"/>
          <a:cs typeface="+mn-cs"/>
        </a:defRPr>
      </a:lvl8pPr>
      <a:lvl9pPr marL="3479800" algn="l" defTabSz="869950"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0" Type="http://schemas.openxmlformats.org/officeDocument/2006/relationships/notesSlide" Target="../notesSlides/notesSlide1.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3064"/>
            </a:gs>
            <a:gs pos="50000">
              <a:schemeClr val="bg1"/>
            </a:gs>
            <a:gs pos="100000">
              <a:srgbClr val="003064"/>
            </a:gs>
          </a:gsLst>
          <a:lin ang="5400000" scaled="1"/>
        </a:gradFill>
        <a:effectLst/>
      </p:bgPr>
    </p:bg>
    <p:spTree>
      <p:nvGrpSpPr>
        <p:cNvPr id="1" name=""/>
        <p:cNvGrpSpPr/>
        <p:nvPr/>
      </p:nvGrpSpPr>
      <p:grpSpPr>
        <a:xfrm>
          <a:off x="0" y="0"/>
          <a:ext cx="0" cy="0"/>
          <a:chOff x="0" y="0"/>
          <a:chExt cx="0" cy="0"/>
        </a:xfrm>
      </p:grpSpPr>
      <p:sp>
        <p:nvSpPr>
          <p:cNvPr id="22" name="AutoShape 50"/>
          <p:cNvSpPr>
            <a:spLocks noChangeArrowheads="1"/>
          </p:cNvSpPr>
          <p:nvPr/>
        </p:nvSpPr>
        <p:spPr bwMode="auto">
          <a:xfrm>
            <a:off x="15466594" y="6378107"/>
            <a:ext cx="14531835" cy="35567007"/>
          </a:xfrm>
          <a:prstGeom prst="roundRect">
            <a:avLst>
              <a:gd name="adj" fmla="val 1240"/>
            </a:avLst>
          </a:prstGeom>
          <a:solidFill>
            <a:schemeClr val="bg1"/>
          </a:solidFill>
          <a:ln w="9525">
            <a:solidFill>
              <a:schemeClr val="tx1"/>
            </a:solidFill>
            <a:round/>
          </a:ln>
          <a:effectLst/>
        </p:spPr>
        <p:txBody>
          <a:bodyPr wrap="none" anchor="ctr"/>
          <a:lstStyle/>
          <a:p>
            <a:pPr algn="l"/>
            <a:endParaRPr lang="en-US" dirty="0"/>
          </a:p>
        </p:txBody>
      </p:sp>
      <p:sp>
        <p:nvSpPr>
          <p:cNvPr id="23" name="AutoShape 4"/>
          <p:cNvSpPr>
            <a:spLocks noChangeArrowheads="1"/>
          </p:cNvSpPr>
          <p:nvPr/>
        </p:nvSpPr>
        <p:spPr bwMode="auto">
          <a:xfrm>
            <a:off x="269921" y="6428953"/>
            <a:ext cx="14706547" cy="35632321"/>
          </a:xfrm>
          <a:prstGeom prst="roundRect">
            <a:avLst>
              <a:gd name="adj" fmla="val 1890"/>
            </a:avLst>
          </a:prstGeom>
          <a:solidFill>
            <a:schemeClr val="bg1"/>
          </a:solidFill>
          <a:ln w="9525">
            <a:solidFill>
              <a:schemeClr val="tx1"/>
            </a:solidFill>
            <a:round/>
          </a:ln>
          <a:effectLst/>
        </p:spPr>
        <p:txBody>
          <a:bodyPr wrap="none" anchor="ctr"/>
          <a:lstStyle/>
          <a:p>
            <a:r>
              <a:rPr lang="en-US" dirty="0"/>
              <a:t>   </a:t>
            </a:r>
            <a:endParaRPr lang="en-US" dirty="0"/>
          </a:p>
        </p:txBody>
      </p:sp>
      <p:sp>
        <p:nvSpPr>
          <p:cNvPr id="27" name="AutoShape 13"/>
          <p:cNvSpPr>
            <a:spLocks noChangeArrowheads="1"/>
          </p:cNvSpPr>
          <p:nvPr/>
        </p:nvSpPr>
        <p:spPr bwMode="auto">
          <a:xfrm>
            <a:off x="544326" y="349008"/>
            <a:ext cx="29268267" cy="4549563"/>
          </a:xfrm>
          <a:prstGeom prst="roundRect">
            <a:avLst>
              <a:gd name="adj" fmla="val 3723"/>
            </a:avLst>
          </a:prstGeom>
          <a:solidFill>
            <a:schemeClr val="bg1"/>
          </a:solidFill>
          <a:ln w="9525">
            <a:solidFill>
              <a:schemeClr val="tx1"/>
            </a:solidFill>
            <a:round/>
          </a:ln>
          <a:effectLst/>
        </p:spPr>
        <p:txBody>
          <a:bodyPr wrap="none" anchor="ctr"/>
          <a:lstStyle/>
          <a:p>
            <a:pPr defTabSz="4389755"/>
            <a:endParaRPr lang="en-US" dirty="0">
              <a:solidFill>
                <a:schemeClr val="bg1"/>
              </a:solidFill>
            </a:endParaRPr>
          </a:p>
        </p:txBody>
      </p:sp>
      <p:pic>
        <p:nvPicPr>
          <p:cNvPr id="4" name="Picture 3"/>
          <p:cNvPicPr>
            <a:picLocks noChangeAspect="1"/>
          </p:cNvPicPr>
          <p:nvPr/>
        </p:nvPicPr>
        <p:blipFill>
          <a:blip r:embed="rId1" cstate="print"/>
          <a:stretch>
            <a:fillRect/>
          </a:stretch>
        </p:blipFill>
        <p:spPr>
          <a:xfrm>
            <a:off x="19608279" y="41981809"/>
            <a:ext cx="10093954" cy="698455"/>
          </a:xfrm>
          <a:prstGeom prst="rect">
            <a:avLst/>
          </a:prstGeom>
        </p:spPr>
      </p:pic>
      <p:sp>
        <p:nvSpPr>
          <p:cNvPr id="32" name="Text Box 7"/>
          <p:cNvSpPr txBox="1">
            <a:spLocks noChangeArrowheads="1"/>
          </p:cNvSpPr>
          <p:nvPr/>
        </p:nvSpPr>
        <p:spPr bwMode="auto">
          <a:xfrm>
            <a:off x="305649" y="6562931"/>
            <a:ext cx="14670817" cy="646137"/>
          </a:xfrm>
          <a:prstGeom prst="rect">
            <a:avLst/>
          </a:prstGeom>
          <a:solidFill>
            <a:schemeClr val="accent2"/>
          </a:solidFill>
          <a:ln w="9525">
            <a:noFill/>
            <a:miter lim="800000"/>
          </a:ln>
        </p:spPr>
        <p:txBody>
          <a:bodyPr wrap="square" lIns="91267" tIns="45624" rIns="91267" bIns="45624">
            <a:spAutoFit/>
          </a:bodyPr>
          <a:lstStyle/>
          <a:p>
            <a:pPr algn="ctr" eaLnBrk="0" hangingPunct="0">
              <a:spcBef>
                <a:spcPct val="50000"/>
              </a:spcBef>
            </a:pPr>
            <a:r>
              <a:rPr lang="en-US" sz="3600" b="1" dirty="0">
                <a:solidFill>
                  <a:srgbClr val="F8F8F8"/>
                </a:solidFill>
              </a:rPr>
              <a:t>Abstract</a:t>
            </a:r>
            <a:endParaRPr lang="en-US" sz="3600" b="1" dirty="0">
              <a:solidFill>
                <a:srgbClr val="F8F8F8"/>
              </a:solidFill>
            </a:endParaRPr>
          </a:p>
        </p:txBody>
      </p:sp>
      <p:sp>
        <p:nvSpPr>
          <p:cNvPr id="106" name="Text Box 479"/>
          <p:cNvSpPr txBox="1">
            <a:spLocks noChangeArrowheads="1"/>
          </p:cNvSpPr>
          <p:nvPr/>
        </p:nvSpPr>
        <p:spPr bwMode="auto">
          <a:xfrm>
            <a:off x="15431662" y="35922880"/>
            <a:ext cx="14566766" cy="646137"/>
          </a:xfrm>
          <a:prstGeom prst="rect">
            <a:avLst/>
          </a:prstGeom>
          <a:solidFill>
            <a:schemeClr val="accent2"/>
          </a:solidFill>
          <a:ln w="9525">
            <a:noFill/>
            <a:miter lim="800000"/>
          </a:ln>
        </p:spPr>
        <p:txBody>
          <a:bodyPr wrap="square" lIns="91267" tIns="45624" rIns="91267" bIns="45624">
            <a:spAutoFit/>
          </a:bodyPr>
          <a:lstStyle/>
          <a:p>
            <a:pPr algn="ctr" eaLnBrk="0" hangingPunct="0">
              <a:spcBef>
                <a:spcPct val="50000"/>
              </a:spcBef>
            </a:pPr>
            <a:r>
              <a:rPr lang="en-US" sz="3600" b="1" dirty="0">
                <a:solidFill>
                  <a:srgbClr val="F8F8F8"/>
                </a:solidFill>
              </a:rPr>
              <a:t>Language(s) | Technology Stack</a:t>
            </a:r>
            <a:endParaRPr lang="en-US" sz="3600" b="1" dirty="0">
              <a:solidFill>
                <a:srgbClr val="F8F8F8"/>
              </a:solidFill>
            </a:endParaRPr>
          </a:p>
        </p:txBody>
      </p:sp>
      <p:sp>
        <p:nvSpPr>
          <p:cNvPr id="108" name="Text Box 479"/>
          <p:cNvSpPr txBox="1">
            <a:spLocks noChangeArrowheads="1"/>
          </p:cNvSpPr>
          <p:nvPr/>
        </p:nvSpPr>
        <p:spPr bwMode="auto">
          <a:xfrm>
            <a:off x="15466593" y="18985761"/>
            <a:ext cx="14531835" cy="643890"/>
          </a:xfrm>
          <a:prstGeom prst="rect">
            <a:avLst/>
          </a:prstGeom>
          <a:solidFill>
            <a:schemeClr val="accent2"/>
          </a:solidFill>
          <a:ln w="9525">
            <a:noFill/>
            <a:miter lim="800000"/>
          </a:ln>
        </p:spPr>
        <p:txBody>
          <a:bodyPr wrap="square" lIns="91267" tIns="45624" rIns="91267" bIns="45624">
            <a:spAutoFit/>
          </a:bodyPr>
          <a:lstStyle/>
          <a:p>
            <a:pPr algn="ctr" eaLnBrk="0" hangingPunct="0">
              <a:spcBef>
                <a:spcPct val="50000"/>
              </a:spcBef>
            </a:pPr>
            <a:r>
              <a:rPr lang="en-US" sz="3600" b="1" dirty="0">
                <a:solidFill>
                  <a:srgbClr val="F8F8F8"/>
                </a:solidFill>
              </a:rPr>
              <a:t> D</a:t>
            </a:r>
            <a:r>
              <a:rPr lang="en-IN" altLang="en-US" sz="3600" b="1" dirty="0">
                <a:solidFill>
                  <a:srgbClr val="F8F8F8"/>
                </a:solidFill>
              </a:rPr>
              <a:t>ata Analysis</a:t>
            </a:r>
            <a:endParaRPr lang="en-IN" altLang="en-US" sz="3600" b="1" dirty="0">
              <a:solidFill>
                <a:srgbClr val="F8F8F8"/>
              </a:solidFill>
            </a:endParaRPr>
          </a:p>
        </p:txBody>
      </p:sp>
      <p:sp>
        <p:nvSpPr>
          <p:cNvPr id="31" name="Rectangle 5"/>
          <p:cNvSpPr>
            <a:spLocks noChangeArrowheads="1"/>
          </p:cNvSpPr>
          <p:nvPr/>
        </p:nvSpPr>
        <p:spPr bwMode="auto">
          <a:xfrm>
            <a:off x="2637620" y="549075"/>
            <a:ext cx="25081678" cy="5491480"/>
          </a:xfrm>
          <a:prstGeom prst="rect">
            <a:avLst/>
          </a:prstGeom>
          <a:noFill/>
          <a:ln w="9525">
            <a:noFill/>
            <a:miter lim="800000"/>
          </a:ln>
        </p:spPr>
        <p:txBody>
          <a:bodyPr wrap="square" lIns="91243" tIns="45614" rIns="91243" bIns="45614">
            <a:spAutoFit/>
          </a:bodyPr>
          <a:lstStyle/>
          <a:p>
            <a:pPr algn="ctr">
              <a:lnSpc>
                <a:spcPct val="150000"/>
              </a:lnSpc>
            </a:pPr>
            <a:r>
              <a:rPr lang="en-US" sz="6600" b="1" dirty="0">
                <a:solidFill>
                  <a:schemeClr val="accent4"/>
                </a:solidFill>
                <a:latin typeface="Times New Roman" panose="02020603050405020304" pitchFamily="18" charset="0"/>
                <a:cs typeface="Times New Roman" panose="02020603050405020304" pitchFamily="18" charset="0"/>
              </a:rPr>
              <a:t>MENTAL HEALTH DISORDER CLASSIFICATION</a:t>
            </a:r>
            <a:endParaRPr lang="en-US" sz="6600" b="1" dirty="0">
              <a:solidFill>
                <a:schemeClr val="accent4"/>
              </a:solidFill>
              <a:latin typeface="Times New Roman" panose="02020603050405020304" pitchFamily="18" charset="0"/>
              <a:cs typeface="Times New Roman" panose="02020603050405020304" pitchFamily="18" charset="0"/>
            </a:endParaRPr>
          </a:p>
          <a:p>
            <a:pPr algn="ctr">
              <a:lnSpc>
                <a:spcPct val="100000"/>
              </a:lnSpc>
            </a:pPr>
            <a:r>
              <a:rPr lang="en-IN" altLang="en-US" sz="5400" b="1">
                <a:solidFill>
                  <a:schemeClr val="tx1"/>
                </a:solidFill>
                <a:sym typeface="+mn-ea"/>
              </a:rPr>
              <a:t>Department: MCA</a:t>
            </a:r>
            <a:endParaRPr lang="en-IN" altLang="en-US" sz="5400" b="1">
              <a:solidFill>
                <a:schemeClr val="tx1"/>
              </a:solidFill>
              <a:sym typeface="+mn-ea"/>
            </a:endParaRPr>
          </a:p>
          <a:p>
            <a:pPr algn="ctr">
              <a:lnSpc>
                <a:spcPct val="150000"/>
              </a:lnSpc>
            </a:pPr>
            <a:r>
              <a:rPr lang="en-IN" sz="4400" b="1" dirty="0">
                <a:solidFill>
                  <a:schemeClr val="tx1"/>
                </a:solidFill>
                <a:latin typeface="Times New Roman" panose="02020603050405020304" pitchFamily="18" charset="0"/>
                <a:cs typeface="Times New Roman" panose="02020603050405020304" pitchFamily="18" charset="0"/>
                <a:sym typeface="+mn-ea"/>
              </a:rPr>
              <a:t>Name : Radhika(2022D1R017)|Sonika Thakur(2022D1R007)</a:t>
            </a:r>
            <a:endParaRPr lang="en-IN" sz="4400" b="1" dirty="0">
              <a:solidFill>
                <a:schemeClr val="tx1"/>
              </a:solidFill>
              <a:latin typeface="Times New Roman" panose="02020603050405020304" pitchFamily="18" charset="0"/>
              <a:cs typeface="Times New Roman" panose="02020603050405020304" pitchFamily="18" charset="0"/>
              <a:sym typeface="+mn-ea"/>
            </a:endParaRPr>
          </a:p>
          <a:p>
            <a:pPr algn="ctr">
              <a:lnSpc>
                <a:spcPct val="150000"/>
              </a:lnSpc>
            </a:pPr>
            <a:r>
              <a:rPr lang="en-IN" sz="4400" dirty="0">
                <a:solidFill>
                  <a:schemeClr val="tx1"/>
                </a:solidFill>
                <a:latin typeface="Times New Roman" panose="02020603050405020304" pitchFamily="18" charset="0"/>
                <a:cs typeface="Times New Roman" panose="02020603050405020304" pitchFamily="18" charset="0"/>
                <a:sym typeface="+mn-ea"/>
              </a:rPr>
              <a:t> </a:t>
            </a:r>
            <a:endParaRPr lang="en-IN" sz="4400" dirty="0">
              <a:solidFill>
                <a:schemeClr val="tx1"/>
              </a:solidFill>
              <a:latin typeface="Times New Roman" panose="02020603050405020304" pitchFamily="18" charset="0"/>
              <a:cs typeface="Times New Roman" panose="02020603050405020304" pitchFamily="18" charset="0"/>
              <a:sym typeface="+mn-ea"/>
            </a:endParaRPr>
          </a:p>
          <a:p>
            <a:pPr algn="ctr">
              <a:lnSpc>
                <a:spcPct val="150000"/>
              </a:lnSpc>
            </a:pPr>
            <a:endParaRPr lang="en-IN" altLang="en-US" sz="4400" b="1" dirty="0">
              <a:solidFill>
                <a:schemeClr val="bg1"/>
              </a:solidFill>
              <a:latin typeface="Times New Roman" panose="02020603050405020304" pitchFamily="18" charset="0"/>
              <a:cs typeface="Times New Roman" panose="02020603050405020304" pitchFamily="18" charset="0"/>
            </a:endParaRPr>
          </a:p>
        </p:txBody>
      </p:sp>
      <p:sp>
        <p:nvSpPr>
          <p:cNvPr id="15" name="Text Box 437"/>
          <p:cNvSpPr txBox="1">
            <a:spLocks noChangeArrowheads="1"/>
          </p:cNvSpPr>
          <p:nvPr/>
        </p:nvSpPr>
        <p:spPr bwMode="auto">
          <a:xfrm>
            <a:off x="15468461" y="6529102"/>
            <a:ext cx="14531835" cy="643890"/>
          </a:xfrm>
          <a:prstGeom prst="rect">
            <a:avLst/>
          </a:prstGeom>
          <a:solidFill>
            <a:schemeClr val="accent2"/>
          </a:solidFill>
          <a:ln w="9525">
            <a:noFill/>
            <a:miter lim="800000"/>
          </a:ln>
        </p:spPr>
        <p:txBody>
          <a:bodyPr wrap="square" lIns="91267" tIns="45624" rIns="91267" bIns="45624">
            <a:spAutoFit/>
          </a:bodyPr>
          <a:lstStyle/>
          <a:p>
            <a:pPr algn="ctr">
              <a:spcBef>
                <a:spcPts val="200"/>
              </a:spcBef>
            </a:pPr>
            <a:r>
              <a:rPr lang="en-US" sz="3600" b="1" dirty="0">
                <a:solidFill>
                  <a:srgbClr val="F8F8F8"/>
                </a:solidFill>
              </a:rPr>
              <a:t>D</a:t>
            </a:r>
            <a:r>
              <a:rPr lang="en-IN" altLang="en-US" sz="3600" b="1" dirty="0">
                <a:solidFill>
                  <a:srgbClr val="F8F8F8"/>
                </a:solidFill>
              </a:rPr>
              <a:t>eployed Model</a:t>
            </a:r>
            <a:endParaRPr lang="en-IN" altLang="en-US" sz="3600" b="1" dirty="0">
              <a:solidFill>
                <a:srgbClr val="F8F8F8"/>
              </a:solidFill>
            </a:endParaRPr>
          </a:p>
        </p:txBody>
      </p:sp>
      <p:pic>
        <p:nvPicPr>
          <p:cNvPr id="18" name="Google Shape;112;p9" descr="C:\Users\Nycon\Desktop\miet_logo.png"/>
          <p:cNvPicPr preferRelativeResize="0"/>
          <p:nvPr/>
        </p:nvPicPr>
        <p:blipFill rotWithShape="1">
          <a:blip r:embed="rId2"/>
          <a:srcRect/>
          <a:stretch>
            <a:fillRect/>
          </a:stretch>
        </p:blipFill>
        <p:spPr>
          <a:xfrm>
            <a:off x="795770" y="3300330"/>
            <a:ext cx="3684789" cy="1382458"/>
          </a:xfrm>
          <a:prstGeom prst="rect">
            <a:avLst/>
          </a:prstGeom>
          <a:noFill/>
          <a:ln>
            <a:noFill/>
          </a:ln>
        </p:spPr>
      </p:pic>
      <p:sp>
        <p:nvSpPr>
          <p:cNvPr id="19" name="Text Box 388"/>
          <p:cNvSpPr txBox="1">
            <a:spLocks noChangeArrowheads="1"/>
          </p:cNvSpPr>
          <p:nvPr/>
        </p:nvSpPr>
        <p:spPr bwMode="auto">
          <a:xfrm>
            <a:off x="265899" y="15317641"/>
            <a:ext cx="14745501" cy="646137"/>
          </a:xfrm>
          <a:prstGeom prst="rect">
            <a:avLst/>
          </a:prstGeom>
          <a:solidFill>
            <a:schemeClr val="accent2"/>
          </a:solidFill>
          <a:ln w="9525">
            <a:noFill/>
            <a:miter lim="800000"/>
          </a:ln>
        </p:spPr>
        <p:txBody>
          <a:bodyPr wrap="square" lIns="91267" tIns="45624" rIns="91267" bIns="45624">
            <a:spAutoFit/>
          </a:bodyPr>
          <a:lstStyle/>
          <a:p>
            <a:pPr algn="ctr" eaLnBrk="0" hangingPunct="0">
              <a:spcBef>
                <a:spcPct val="50000"/>
              </a:spcBef>
            </a:pPr>
            <a:r>
              <a:rPr lang="en-US" sz="3600" b="1" dirty="0">
                <a:solidFill>
                  <a:srgbClr val="F8F8F8"/>
                </a:solidFill>
              </a:rPr>
              <a:t>Innovation &amp; Impact</a:t>
            </a:r>
            <a:endParaRPr lang="en-US" sz="3600" b="1" dirty="0">
              <a:solidFill>
                <a:srgbClr val="F8F8F8"/>
              </a:solidFill>
            </a:endParaRPr>
          </a:p>
        </p:txBody>
      </p:sp>
      <p:pic>
        <p:nvPicPr>
          <p:cNvPr id="2" name="Picture 1"/>
          <p:cNvPicPr>
            <a:picLocks noChangeAspect="1"/>
          </p:cNvPicPr>
          <p:nvPr/>
        </p:nvPicPr>
        <p:blipFill>
          <a:blip r:embed="rId3"/>
          <a:stretch>
            <a:fillRect/>
          </a:stretch>
        </p:blipFill>
        <p:spPr>
          <a:xfrm>
            <a:off x="26487496" y="3201901"/>
            <a:ext cx="3095625" cy="1504950"/>
          </a:xfrm>
          <a:prstGeom prst="rect">
            <a:avLst/>
          </a:prstGeom>
        </p:spPr>
      </p:pic>
      <p:sp>
        <p:nvSpPr>
          <p:cNvPr id="3" name="TextBox 2"/>
          <p:cNvSpPr txBox="1"/>
          <p:nvPr/>
        </p:nvSpPr>
        <p:spPr>
          <a:xfrm>
            <a:off x="468126" y="7272984"/>
            <a:ext cx="14373998" cy="8156079"/>
          </a:xfrm>
          <a:prstGeom prst="rect">
            <a:avLst/>
          </a:prstGeom>
          <a:noFill/>
        </p:spPr>
        <p:txBody>
          <a:bodyPr wrap="square" rtlCol="0">
            <a:spAutoFit/>
          </a:bodyPr>
          <a:lstStyle/>
          <a:p>
            <a:pPr algn="just">
              <a:spcAft>
                <a:spcPts val="1000"/>
              </a:spcAft>
            </a:pPr>
            <a:r>
              <a:rPr lang="en-US" sz="3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 mental disorder is characterized by significant disturbances in cognition, emotional regulation, or behavior, often leading to distress or impairment in important areas of functioning. The COVID-19 pandemic in 2020 saw a notable increase in anxiety and depressive disorders globally. Anxiety disorders, affecting 301 million people worldwide in 2019, involve excessive fear, worry, and related behavioral disturbances, causing significant distress or impairment. Types include generalized anxiety disorder, panic disorder, social anxiety disorder, and separation anxiety disorder. </a:t>
            </a:r>
            <a:r>
              <a:rPr lang="en-US" sz="3200" kern="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This project contains two main parts: - </a:t>
            </a:r>
            <a:r>
              <a:rPr lang="en-US" sz="3200" b="1" kern="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Analyze and Prediction.</a:t>
            </a:r>
            <a:r>
              <a:rPr lang="en-US" sz="3200" kern="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 </a:t>
            </a:r>
            <a:r>
              <a:rPr lang="en-US" sz="3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Effective psychological treatments and, in some cases, medication are available. People with bipolar disorder also face an increased risk of suicide. Despite effective prevention and treatment options, access to care remains limited for many, compounded by stigma, discrimination, and human rights violations</a:t>
            </a:r>
            <a:r>
              <a:rPr lang="en-US" sz="3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Depression, affecting millions globally, differs from usual mood fluctuations and poses an increased risk of suicide.</a:t>
            </a:r>
            <a:r>
              <a:rPr lang="en-US" sz="3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Bipolar disorder, experienced by 40 million individuals, involves manic symptoms like euphoria, increased activity, and impulsivity, along with depressive episodes.</a:t>
            </a:r>
            <a:endParaRPr lang="en-US" sz="2400" dirty="0">
              <a:effectLst/>
              <a:latin typeface="Calibri" panose="020F0502020204030204" pitchFamily="34" charset="0"/>
              <a:cs typeface="Times New Roman" panose="02020603050405020304" pitchFamily="18" charset="0"/>
            </a:endParaRPr>
          </a:p>
        </p:txBody>
      </p:sp>
      <p:sp>
        <p:nvSpPr>
          <p:cNvPr id="5" name="TextBox 4"/>
          <p:cNvSpPr txBox="1"/>
          <p:nvPr/>
        </p:nvSpPr>
        <p:spPr>
          <a:xfrm>
            <a:off x="409866" y="16016523"/>
            <a:ext cx="14432258" cy="3538220"/>
          </a:xfrm>
          <a:prstGeom prst="rect">
            <a:avLst/>
          </a:prstGeom>
          <a:noFill/>
        </p:spPr>
        <p:txBody>
          <a:bodyPr wrap="square" rtlCol="0">
            <a:spAutoFit/>
          </a:bodyPr>
          <a:lstStyle/>
          <a:p>
            <a:pPr algn="l"/>
            <a:r>
              <a:rPr lang="en-US" sz="3200" b="1" dirty="0">
                <a:latin typeface="Arial" panose="020B0604020202020204" pitchFamily="34" charset="0"/>
                <a:ea typeface="MS Gothic" panose="020B0609070205080204" pitchFamily="49" charset="-128"/>
                <a:cs typeface="Arial" panose="020B0604020202020204" pitchFamily="34" charset="0"/>
              </a:rPr>
              <a:t>INNOVATION:</a:t>
            </a:r>
            <a:endParaRPr lang="en-US" sz="3200" b="1" dirty="0">
              <a:latin typeface="Arial" panose="020B0604020202020204" pitchFamily="34" charset="0"/>
              <a:ea typeface="MS Gothic" panose="020B0609070205080204" pitchFamily="49" charset="-128"/>
              <a:cs typeface="Arial" panose="020B0604020202020204" pitchFamily="34" charset="0"/>
            </a:endParaRPr>
          </a:p>
          <a:p>
            <a:pPr marL="571500" indent="-571500" algn="l">
              <a:buFont typeface="Arial" panose="020B0604020202020204" pitchFamily="34" charset="0"/>
              <a:buChar char="•"/>
            </a:pPr>
            <a:r>
              <a:rPr lang="en-IN" sz="3200" dirty="0">
                <a:latin typeface="Arial" panose="020B0604020202020204" pitchFamily="34" charset="0"/>
                <a:ea typeface="MS Gothic" panose="020B0609070205080204" pitchFamily="49" charset="-128"/>
                <a:cs typeface="Arial" panose="020B0604020202020204" pitchFamily="34" charset="0"/>
              </a:rPr>
              <a:t>Neuroscientific and Psychological Research</a:t>
            </a:r>
            <a:endParaRPr lang="en-IN" sz="3200" dirty="0">
              <a:latin typeface="Arial" panose="020B0604020202020204" pitchFamily="34" charset="0"/>
              <a:ea typeface="MS Gothic" panose="020B0609070205080204" pitchFamily="49" charset="-128"/>
              <a:cs typeface="Arial" panose="020B0604020202020204" pitchFamily="34" charset="0"/>
            </a:endParaRPr>
          </a:p>
          <a:p>
            <a:pPr marL="571500" indent="-571500" algn="l">
              <a:buFont typeface="Arial" panose="020B0604020202020204" pitchFamily="34" charset="0"/>
              <a:buChar char="•"/>
            </a:pPr>
            <a:r>
              <a:rPr lang="en-IN" sz="3200" dirty="0">
                <a:latin typeface="Arial" panose="020B0604020202020204" pitchFamily="34" charset="0"/>
                <a:ea typeface="MS Gothic" panose="020B0609070205080204" pitchFamily="49" charset="-128"/>
                <a:cs typeface="Arial" panose="020B0604020202020204" pitchFamily="34" charset="0"/>
              </a:rPr>
              <a:t>Patient-Centered Approaches</a:t>
            </a:r>
            <a:endParaRPr lang="en-IN" sz="3200" dirty="0">
              <a:latin typeface="Arial" panose="020B0604020202020204" pitchFamily="34" charset="0"/>
              <a:ea typeface="MS Gothic" panose="020B0609070205080204" pitchFamily="49" charset="-128"/>
              <a:cs typeface="Arial" panose="020B0604020202020204" pitchFamily="34" charset="0"/>
            </a:endParaRPr>
          </a:p>
          <a:p>
            <a:pPr marL="571500" indent="-571500" algn="l">
              <a:buFont typeface="Arial" panose="020B0604020202020204" pitchFamily="34" charset="0"/>
              <a:buChar char="•"/>
            </a:pPr>
            <a:r>
              <a:rPr lang="en-IN" sz="3200" dirty="0">
                <a:latin typeface="Arial" panose="020B0604020202020204" pitchFamily="34" charset="0"/>
                <a:ea typeface="MS Gothic" panose="020B0609070205080204" pitchFamily="49" charset="-128"/>
                <a:cs typeface="Arial" panose="020B0604020202020204" pitchFamily="34" charset="0"/>
              </a:rPr>
              <a:t>AI based diagnosis</a:t>
            </a:r>
            <a:endParaRPr lang="en-IN" sz="3200" dirty="0">
              <a:latin typeface="Arial" panose="020B0604020202020204" pitchFamily="34" charset="0"/>
              <a:ea typeface="MS Gothic" panose="020B0609070205080204" pitchFamily="49" charset="-128"/>
              <a:cs typeface="Arial" panose="020B0604020202020204" pitchFamily="34" charset="0"/>
            </a:endParaRPr>
          </a:p>
          <a:p>
            <a:pPr marL="0" indent="0" algn="l">
              <a:buFont typeface="Arial" panose="020B0604020202020204" pitchFamily="34" charset="0"/>
              <a:buNone/>
            </a:pPr>
            <a:r>
              <a:rPr lang="en-IN" sz="3200" b="1" dirty="0">
                <a:latin typeface="Arial" panose="020B0604020202020204" pitchFamily="34" charset="0"/>
                <a:ea typeface="MS Gothic" panose="020B0609070205080204" pitchFamily="49" charset="-128"/>
                <a:cs typeface="Arial" panose="020B0604020202020204" pitchFamily="34" charset="0"/>
              </a:rPr>
              <a:t> IMPACT:</a:t>
            </a:r>
            <a:endParaRPr lang="en-IN" sz="3200" b="1" u="sng" dirty="0">
              <a:latin typeface="Arial" panose="020B0604020202020204" pitchFamily="34" charset="0"/>
              <a:ea typeface="MS Gothic" panose="020B0609070205080204" pitchFamily="49" charset="-128"/>
              <a:cs typeface="Arial" panose="020B0604020202020204" pitchFamily="34" charset="0"/>
            </a:endParaRPr>
          </a:p>
          <a:p>
            <a:pPr marL="457200" indent="-457200" algn="l">
              <a:buFont typeface="Arial" panose="020B0604020202020204" pitchFamily="34" charset="0"/>
              <a:buChar char="•"/>
            </a:pPr>
            <a:r>
              <a:rPr lang="en-IN" sz="3200" dirty="0">
                <a:latin typeface="Arial" panose="020B0604020202020204" pitchFamily="34" charset="0"/>
                <a:ea typeface="MS Gothic" panose="020B0609070205080204" pitchFamily="49" charset="-128"/>
                <a:cs typeface="Arial" panose="020B0604020202020204" pitchFamily="34" charset="0"/>
              </a:rPr>
              <a:t>Clinical practice, research, public health, insurance, social perceptions, and patient experiences.</a:t>
            </a:r>
            <a:endParaRPr lang="en-IN" sz="3200" dirty="0">
              <a:latin typeface="Arial" panose="020B0604020202020204" pitchFamily="34" charset="0"/>
              <a:ea typeface="MS Gothic" panose="020B0609070205080204" pitchFamily="49" charset="-128"/>
              <a:cs typeface="Arial" panose="020B0604020202020204" pitchFamily="34" charset="0"/>
            </a:endParaRPr>
          </a:p>
        </p:txBody>
      </p:sp>
      <p:sp>
        <p:nvSpPr>
          <p:cNvPr id="96" name="TextBox 95"/>
          <p:cNvSpPr txBox="1"/>
          <p:nvPr/>
        </p:nvSpPr>
        <p:spPr>
          <a:xfrm>
            <a:off x="15850235" y="36492815"/>
            <a:ext cx="13733145" cy="5567680"/>
          </a:xfrm>
          <a:prstGeom prst="rect">
            <a:avLst/>
          </a:prstGeom>
          <a:noFill/>
        </p:spPr>
        <p:txBody>
          <a:bodyPr wrap="square" rtlCol="0">
            <a:noAutofit/>
          </a:bodyPr>
          <a:lstStyle/>
          <a:p>
            <a:pPr algn="l">
              <a:lnSpc>
                <a:spcPct val="150000"/>
              </a:lnSpc>
            </a:pPr>
            <a:r>
              <a:rPr lang="en-US" sz="3200" b="1" dirty="0">
                <a:solidFill>
                  <a:srgbClr val="002060"/>
                </a:solidFill>
                <a:latin typeface="Arial" panose="020B0604020202020204" pitchFamily="34" charset="0"/>
                <a:cs typeface="Arial" panose="020B0604020202020204" pitchFamily="34" charset="0"/>
              </a:rPr>
              <a:t>LANGUAGES:</a:t>
            </a:r>
            <a:endParaRPr lang="en-US" sz="3200" b="1" dirty="0">
              <a:solidFill>
                <a:srgbClr val="002060"/>
              </a:solidFill>
              <a:latin typeface="Arial" panose="020B0604020202020204" pitchFamily="34" charset="0"/>
              <a:cs typeface="Arial" panose="020B0604020202020204" pitchFamily="34" charset="0"/>
            </a:endParaRPr>
          </a:p>
          <a:p>
            <a:pPr marL="457200" indent="-457200" algn="l">
              <a:lnSpc>
                <a:spcPct val="150000"/>
              </a:lnSpc>
              <a:buFont typeface="Arial" panose="020B0604020202020204" pitchFamily="34" charset="0"/>
              <a:buChar char="•"/>
            </a:pPr>
            <a:r>
              <a:rPr lang="en-US" sz="2800" dirty="0">
                <a:latin typeface="Arial" panose="020B0604020202020204" pitchFamily="34" charset="0"/>
                <a:cs typeface="Arial" panose="020B0604020202020204" pitchFamily="34" charset="0"/>
              </a:rPr>
              <a:t>PYTHON</a:t>
            </a:r>
            <a:endParaRPr lang="en-US" sz="2800" dirty="0">
              <a:latin typeface="Arial" panose="020B0604020202020204" pitchFamily="34" charset="0"/>
              <a:cs typeface="Arial" panose="020B0604020202020204" pitchFamily="34" charset="0"/>
            </a:endParaRPr>
          </a:p>
          <a:p>
            <a:pPr algn="l">
              <a:lnSpc>
                <a:spcPct val="150000"/>
              </a:lnSpc>
            </a:pPr>
            <a:r>
              <a:rPr lang="en-US" sz="3200" b="1" dirty="0">
                <a:solidFill>
                  <a:srgbClr val="002060"/>
                </a:solidFill>
                <a:latin typeface="Arial" panose="020B0604020202020204" pitchFamily="34" charset="0"/>
                <a:cs typeface="Arial" panose="020B0604020202020204" pitchFamily="34" charset="0"/>
              </a:rPr>
              <a:t>TECHNOLOGY STACK:</a:t>
            </a:r>
            <a:endParaRPr lang="en-US" sz="3200" b="1" dirty="0">
              <a:solidFill>
                <a:srgbClr val="002060"/>
              </a:solidFill>
              <a:latin typeface="Arial" panose="020B0604020202020204" pitchFamily="34" charset="0"/>
              <a:cs typeface="Arial" panose="020B0604020202020204" pitchFamily="34" charset="0"/>
            </a:endParaRPr>
          </a:p>
          <a:p>
            <a:pPr marL="457200" indent="-457200" algn="l">
              <a:lnSpc>
                <a:spcPct val="150000"/>
              </a:lnSpc>
              <a:buFont typeface="Arial" panose="020B0604020202020204" pitchFamily="34" charset="0"/>
              <a:buChar char="•"/>
            </a:pPr>
            <a:r>
              <a:rPr lang="en-US" sz="2800" dirty="0">
                <a:latin typeface="Arial" panose="020B0604020202020204" pitchFamily="34" charset="0"/>
                <a:cs typeface="Arial" panose="020B0604020202020204" pitchFamily="34" charset="0"/>
              </a:rPr>
              <a:t>MACHINE LEARNING</a:t>
            </a:r>
            <a:endParaRPr lang="en-US" sz="2800" dirty="0">
              <a:latin typeface="Arial" panose="020B0604020202020204" pitchFamily="34" charset="0"/>
              <a:cs typeface="Arial" panose="020B0604020202020204" pitchFamily="34" charset="0"/>
            </a:endParaRPr>
          </a:p>
          <a:p>
            <a:pPr marL="457200" indent="-457200" algn="l">
              <a:lnSpc>
                <a:spcPct val="150000"/>
              </a:lnSpc>
              <a:buFont typeface="Arial" panose="020B0604020202020204" pitchFamily="34" charset="0"/>
              <a:buChar char="•"/>
            </a:pPr>
            <a:r>
              <a:rPr lang="en-IN" altLang="en-US" sz="2800" dirty="0">
                <a:latin typeface="Arial" panose="020B0604020202020204" pitchFamily="34" charset="0"/>
                <a:cs typeface="Arial" panose="020B0604020202020204" pitchFamily="34" charset="0"/>
              </a:rPr>
              <a:t>DEEP LEARNING</a:t>
            </a:r>
            <a:endParaRPr lang="en-IN" altLang="en-US" sz="2800" dirty="0">
              <a:latin typeface="Arial" panose="020B0604020202020204" pitchFamily="34" charset="0"/>
              <a:cs typeface="Arial" panose="020B0604020202020204" pitchFamily="34" charset="0"/>
            </a:endParaRPr>
          </a:p>
          <a:p>
            <a:pPr marL="0" indent="0" algn="l">
              <a:lnSpc>
                <a:spcPct val="150000"/>
              </a:lnSpc>
              <a:buFont typeface="Arial" panose="020B0604020202020204" pitchFamily="34" charset="0"/>
              <a:buNone/>
            </a:pPr>
            <a:r>
              <a:rPr lang="en-IN" altLang="en-US" sz="3200" b="1" dirty="0">
                <a:solidFill>
                  <a:srgbClr val="002060"/>
                </a:solidFill>
                <a:latin typeface="Arial" panose="020B0604020202020204" pitchFamily="34" charset="0"/>
                <a:cs typeface="Arial" panose="020B0604020202020204" pitchFamily="34" charset="0"/>
              </a:rPr>
              <a:t> Libraries</a:t>
            </a:r>
            <a:r>
              <a:rPr lang="en-US" sz="3200" b="1" dirty="0">
                <a:solidFill>
                  <a:srgbClr val="002060"/>
                </a:solidFill>
                <a:latin typeface="Arial" panose="020B0604020202020204" pitchFamily="34" charset="0"/>
                <a:cs typeface="Arial" panose="020B0604020202020204" pitchFamily="34" charset="0"/>
              </a:rPr>
              <a:t>:</a:t>
            </a:r>
            <a:endParaRPr lang="en-US" sz="3200" b="1" dirty="0">
              <a:solidFill>
                <a:srgbClr val="002060"/>
              </a:solidFill>
              <a:latin typeface="Arial" panose="020B0604020202020204" pitchFamily="34" charset="0"/>
              <a:cs typeface="Arial" panose="020B0604020202020204" pitchFamily="34" charset="0"/>
            </a:endParaRPr>
          </a:p>
          <a:p>
            <a:pPr marL="457200" indent="-457200" algn="l">
              <a:lnSpc>
                <a:spcPct val="150000"/>
              </a:lnSpc>
              <a:buFont typeface="Arial" panose="020B0604020202020204" pitchFamily="34" charset="0"/>
              <a:buChar char="•"/>
            </a:pPr>
            <a:r>
              <a:rPr lang="en-IN" altLang="en-US" sz="2800" dirty="0">
                <a:solidFill>
                  <a:schemeClr val="tx1"/>
                </a:solidFill>
                <a:latin typeface="Arial" panose="020B0604020202020204" pitchFamily="34" charset="0"/>
                <a:cs typeface="Arial" panose="020B0604020202020204" pitchFamily="34" charset="0"/>
              </a:rPr>
              <a:t>SCIKIT-LEARN</a:t>
            </a:r>
            <a:endParaRPr lang="en-IN" altLang="en-US" sz="2800" dirty="0">
              <a:solidFill>
                <a:schemeClr val="tx1"/>
              </a:solidFill>
              <a:latin typeface="Arial" panose="020B0604020202020204" pitchFamily="34" charset="0"/>
              <a:cs typeface="Arial" panose="020B0604020202020204" pitchFamily="34" charset="0"/>
            </a:endParaRPr>
          </a:p>
          <a:p>
            <a:pPr marL="457200" indent="-457200" algn="l">
              <a:lnSpc>
                <a:spcPct val="150000"/>
              </a:lnSpc>
              <a:buFont typeface="Arial" panose="020B0604020202020204" pitchFamily="34" charset="0"/>
              <a:buChar char="•"/>
            </a:pPr>
            <a:r>
              <a:rPr lang="en-IN" altLang="en-US" sz="2800" dirty="0">
                <a:solidFill>
                  <a:schemeClr val="tx1"/>
                </a:solidFill>
                <a:latin typeface="Arial" panose="020B0604020202020204" pitchFamily="34" charset="0"/>
                <a:cs typeface="Arial" panose="020B0604020202020204" pitchFamily="34" charset="0"/>
              </a:rPr>
              <a:t>TENSOR FLOW</a:t>
            </a:r>
            <a:endParaRPr lang="en-US" sz="2800" dirty="0">
              <a:solidFill>
                <a:schemeClr val="tx1"/>
              </a:solidFill>
              <a:latin typeface="Arial" panose="020B0604020202020204" pitchFamily="34" charset="0"/>
              <a:cs typeface="Arial" panose="020B0604020202020204" pitchFamily="34" charset="0"/>
            </a:endParaRPr>
          </a:p>
          <a:p>
            <a:pPr marL="457200" indent="-457200" algn="l">
              <a:lnSpc>
                <a:spcPct val="150000"/>
              </a:lnSpc>
              <a:buFont typeface="Arial" panose="020B0604020202020204" pitchFamily="34" charset="0"/>
              <a:buChar char="•"/>
            </a:pPr>
            <a:endParaRPr lang="en-US" sz="2800" dirty="0">
              <a:solidFill>
                <a:schemeClr val="tx1"/>
              </a:solidFill>
              <a:latin typeface="Arial" panose="020B0604020202020204" pitchFamily="34" charset="0"/>
              <a:cs typeface="Arial" panose="020B0604020202020204" pitchFamily="34" charset="0"/>
            </a:endParaRPr>
          </a:p>
        </p:txBody>
      </p:sp>
      <p:sp>
        <p:nvSpPr>
          <p:cNvPr id="255" name="Rectangle 254"/>
          <p:cNvSpPr/>
          <p:nvPr/>
        </p:nvSpPr>
        <p:spPr>
          <a:xfrm>
            <a:off x="-331631" y="20203822"/>
            <a:ext cx="4695311" cy="521970"/>
          </a:xfrm>
          <a:prstGeom prst="rect">
            <a:avLst/>
          </a:prstGeom>
          <a:noFill/>
        </p:spPr>
        <p:txBody>
          <a:bodyPr wrap="square" lIns="91440" tIns="45720" rIns="91440" bIns="45720">
            <a:spAutoFit/>
          </a:bodyPr>
          <a:lstStyle/>
          <a:p>
            <a:endParaRPr lang="en-US" sz="2800" b="1" dirty="0">
              <a:ln w="0"/>
              <a:solidFill>
                <a:srgbClr val="333399"/>
              </a:solidFill>
              <a:effectLst>
                <a:outerShdw blurRad="38100" dist="19050" dir="2700000" algn="tl" rotWithShape="0">
                  <a:schemeClr val="dk1">
                    <a:alpha val="40000"/>
                  </a:schemeClr>
                </a:outerShdw>
              </a:effectLst>
            </a:endParaRPr>
          </a:p>
        </p:txBody>
      </p:sp>
      <p:grpSp>
        <p:nvGrpSpPr>
          <p:cNvPr id="9" name="Group 8"/>
          <p:cNvGrpSpPr/>
          <p:nvPr/>
        </p:nvGrpSpPr>
        <p:grpSpPr>
          <a:xfrm>
            <a:off x="265899" y="19544370"/>
            <a:ext cx="14710568" cy="10297625"/>
            <a:chOff x="265899" y="19493570"/>
            <a:chExt cx="14710568" cy="10297625"/>
          </a:xfrm>
        </p:grpSpPr>
        <p:sp>
          <p:nvSpPr>
            <p:cNvPr id="44" name="Text Box 388"/>
            <p:cNvSpPr txBox="1">
              <a:spLocks noChangeArrowheads="1"/>
            </p:cNvSpPr>
            <p:nvPr/>
          </p:nvSpPr>
          <p:spPr bwMode="auto">
            <a:xfrm>
              <a:off x="276784" y="19493570"/>
              <a:ext cx="14699683" cy="646137"/>
            </a:xfrm>
            <a:prstGeom prst="rect">
              <a:avLst/>
            </a:prstGeom>
            <a:solidFill>
              <a:schemeClr val="accent2"/>
            </a:solidFill>
            <a:ln w="9525">
              <a:noFill/>
              <a:miter lim="800000"/>
            </a:ln>
          </p:spPr>
          <p:txBody>
            <a:bodyPr wrap="square" lIns="91267" tIns="45624" rIns="91267" bIns="45624">
              <a:spAutoFit/>
            </a:bodyPr>
            <a:lstStyle/>
            <a:p>
              <a:pPr algn="ctr" eaLnBrk="0" hangingPunct="0">
                <a:spcBef>
                  <a:spcPct val="50000"/>
                </a:spcBef>
              </a:pPr>
              <a:r>
                <a:rPr lang="en-US" sz="3600" b="1" dirty="0">
                  <a:solidFill>
                    <a:srgbClr val="F8F8F8"/>
                  </a:solidFill>
                </a:rPr>
                <a:t>Functional Workflow</a:t>
              </a:r>
              <a:endParaRPr lang="en-US" sz="3600" b="1" dirty="0">
                <a:solidFill>
                  <a:srgbClr val="F8F8F8"/>
                </a:solidFill>
              </a:endParaRPr>
            </a:p>
          </p:txBody>
        </p:sp>
        <p:sp>
          <p:nvSpPr>
            <p:cNvPr id="53" name="Text Box 7"/>
            <p:cNvSpPr txBox="1">
              <a:spLocks noChangeArrowheads="1"/>
            </p:cNvSpPr>
            <p:nvPr/>
          </p:nvSpPr>
          <p:spPr bwMode="auto">
            <a:xfrm>
              <a:off x="265899" y="29147305"/>
              <a:ext cx="14706547" cy="643890"/>
            </a:xfrm>
            <a:prstGeom prst="rect">
              <a:avLst/>
            </a:prstGeom>
            <a:solidFill>
              <a:schemeClr val="accent2"/>
            </a:solidFill>
            <a:ln w="9525">
              <a:noFill/>
              <a:miter lim="800000"/>
            </a:ln>
          </p:spPr>
          <p:txBody>
            <a:bodyPr wrap="square" lIns="91267" tIns="45624" rIns="91267" bIns="45624">
              <a:spAutoFit/>
            </a:bodyPr>
            <a:lstStyle/>
            <a:p>
              <a:pPr algn="ctr" eaLnBrk="0" hangingPunct="0">
                <a:spcBef>
                  <a:spcPct val="50000"/>
                </a:spcBef>
              </a:pPr>
              <a:r>
                <a:rPr lang="en-US" sz="3600" b="1" dirty="0">
                  <a:solidFill>
                    <a:srgbClr val="F8F8F8"/>
                  </a:solidFill>
                </a:rPr>
                <a:t> </a:t>
              </a:r>
              <a:r>
                <a:rPr lang="en-IN" altLang="en-US" sz="3600" b="1" dirty="0">
                  <a:solidFill>
                    <a:srgbClr val="F8F8F8"/>
                  </a:solidFill>
                </a:rPr>
                <a:t>Ensemble</a:t>
              </a:r>
              <a:r>
                <a:rPr lang="en-US" sz="3600" b="1" dirty="0">
                  <a:solidFill>
                    <a:srgbClr val="F8F8F8"/>
                  </a:solidFill>
                </a:rPr>
                <a:t> Model</a:t>
              </a:r>
              <a:endParaRPr lang="en-US" sz="3600" b="1" dirty="0">
                <a:solidFill>
                  <a:srgbClr val="F8F8F8"/>
                </a:solidFill>
              </a:endParaRPr>
            </a:p>
          </p:txBody>
        </p:sp>
        <p:sp>
          <p:nvSpPr>
            <p:cNvPr id="257" name="Rectangle 256"/>
            <p:cNvSpPr/>
            <p:nvPr/>
          </p:nvSpPr>
          <p:spPr>
            <a:xfrm>
              <a:off x="9819030" y="20195768"/>
              <a:ext cx="4695311" cy="521970"/>
            </a:xfrm>
            <a:prstGeom prst="rect">
              <a:avLst/>
            </a:prstGeom>
            <a:noFill/>
          </p:spPr>
          <p:txBody>
            <a:bodyPr wrap="square" lIns="91440" tIns="45720" rIns="91440" bIns="45720">
              <a:spAutoFit/>
            </a:bodyPr>
            <a:lstStyle/>
            <a:p>
              <a:endParaRPr lang="en-US" sz="2800" b="1" dirty="0">
                <a:ln w="0"/>
                <a:solidFill>
                  <a:srgbClr val="333399"/>
                </a:solidFill>
                <a:effectLst>
                  <a:outerShdw blurRad="38100" dist="19050" dir="2700000" algn="tl" rotWithShape="0">
                    <a:schemeClr val="dk1">
                      <a:alpha val="40000"/>
                    </a:schemeClr>
                  </a:outerShdw>
                </a:effectLst>
              </a:endParaRPr>
            </a:p>
          </p:txBody>
        </p:sp>
        <p:sp>
          <p:nvSpPr>
            <p:cNvPr id="258" name="Rectangle 257"/>
            <p:cNvSpPr/>
            <p:nvPr/>
          </p:nvSpPr>
          <p:spPr>
            <a:xfrm>
              <a:off x="660401" y="21405482"/>
              <a:ext cx="2809366" cy="460375"/>
            </a:xfrm>
            <a:prstGeom prst="rect">
              <a:avLst/>
            </a:prstGeom>
            <a:noFill/>
          </p:spPr>
          <p:txBody>
            <a:bodyPr wrap="square" lIns="91440" tIns="45720" rIns="91440" bIns="45720">
              <a:spAutoFit/>
            </a:bodyPr>
            <a:lstStyle/>
            <a:p>
              <a:endParaRPr lang="en-US" sz="2400" dirty="0">
                <a:ln w="0"/>
                <a:solidFill>
                  <a:srgbClr val="002164"/>
                </a:solidFill>
                <a:effectLst>
                  <a:outerShdw blurRad="38100" dist="19050" dir="2700000" algn="tl" rotWithShape="0">
                    <a:schemeClr val="dk1">
                      <a:alpha val="40000"/>
                    </a:schemeClr>
                  </a:outerShdw>
                </a:effectLst>
              </a:endParaRPr>
            </a:p>
          </p:txBody>
        </p:sp>
        <p:sp>
          <p:nvSpPr>
            <p:cNvPr id="260" name="Rectangle 259"/>
            <p:cNvSpPr/>
            <p:nvPr/>
          </p:nvSpPr>
          <p:spPr>
            <a:xfrm>
              <a:off x="4506534" y="28169012"/>
              <a:ext cx="4695311" cy="460375"/>
            </a:xfrm>
            <a:prstGeom prst="rect">
              <a:avLst/>
            </a:prstGeom>
            <a:noFill/>
          </p:spPr>
          <p:txBody>
            <a:bodyPr wrap="square" lIns="91440" tIns="45720" rIns="91440" bIns="45720">
              <a:spAutoFit/>
            </a:bodyPr>
            <a:lstStyle/>
            <a:p>
              <a:endParaRPr lang="en-US" sz="2400" dirty="0">
                <a:ln w="0"/>
                <a:effectLst>
                  <a:outerShdw blurRad="38100" dist="19050" dir="2700000" algn="tl" rotWithShape="0">
                    <a:schemeClr val="dk1">
                      <a:alpha val="40000"/>
                    </a:schemeClr>
                  </a:outerShdw>
                </a:effectLst>
              </a:endParaRPr>
            </a:p>
          </p:txBody>
        </p:sp>
      </p:grpSp>
      <p:pic>
        <p:nvPicPr>
          <p:cNvPr id="26" name="Picture 26"/>
          <p:cNvPicPr>
            <a:picLocks noChangeAspect="1"/>
          </p:cNvPicPr>
          <p:nvPr/>
        </p:nvPicPr>
        <p:blipFill>
          <a:blip r:embed="rId4"/>
          <a:stretch>
            <a:fillRect/>
          </a:stretch>
        </p:blipFill>
        <p:spPr>
          <a:xfrm>
            <a:off x="3469640" y="20430490"/>
            <a:ext cx="6800215" cy="8529955"/>
          </a:xfrm>
          <a:prstGeom prst="rect">
            <a:avLst/>
          </a:prstGeom>
        </p:spPr>
      </p:pic>
      <p:pic>
        <p:nvPicPr>
          <p:cNvPr id="88722490" name="Picture 1" descr="Ensemble Methods in Machine Learning: What are They and Why Use Them? | by  Evan Lutins | Towards Data Scienc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a:xfrm>
            <a:off x="795655" y="30753685"/>
            <a:ext cx="13718540" cy="10070465"/>
          </a:xfrm>
          <a:prstGeom prst="rect">
            <a:avLst/>
          </a:prstGeom>
          <a:noFill/>
          <a:ln>
            <a:noFill/>
          </a:ln>
        </p:spPr>
      </p:pic>
      <p:pic>
        <p:nvPicPr>
          <p:cNvPr id="17" name="Picture 16" descr="Screenshot 2024-05-29 144832"/>
          <p:cNvPicPr>
            <a:picLocks noChangeAspect="1"/>
          </p:cNvPicPr>
          <p:nvPr/>
        </p:nvPicPr>
        <p:blipFill>
          <a:blip r:embed="rId6"/>
          <a:srcRect r="12050"/>
          <a:stretch>
            <a:fillRect/>
          </a:stretch>
        </p:blipFill>
        <p:spPr>
          <a:xfrm>
            <a:off x="15850235" y="8582025"/>
            <a:ext cx="13733145" cy="8173085"/>
          </a:xfrm>
          <a:prstGeom prst="rect">
            <a:avLst/>
          </a:prstGeom>
        </p:spPr>
      </p:pic>
      <p:sp>
        <p:nvSpPr>
          <p:cNvPr id="20" name="Text Box 19"/>
          <p:cNvSpPr txBox="1"/>
          <p:nvPr/>
        </p:nvSpPr>
        <p:spPr>
          <a:xfrm>
            <a:off x="-1358265" y="42090340"/>
            <a:ext cx="10091420" cy="706755"/>
          </a:xfrm>
          <a:prstGeom prst="rect">
            <a:avLst/>
          </a:prstGeom>
          <a:noFill/>
        </p:spPr>
        <p:txBody>
          <a:bodyPr wrap="square" rtlCol="0">
            <a:spAutoFit/>
          </a:bodyPr>
          <a:p>
            <a:endParaRPr lang="en-IN" altLang="en-US" sz="4000">
              <a:solidFill>
                <a:schemeClr val="bg1"/>
              </a:solidFill>
            </a:endParaRPr>
          </a:p>
        </p:txBody>
      </p:sp>
      <p:pic>
        <p:nvPicPr>
          <p:cNvPr id="21" name="Picture 20" descr="Screenshot 2024-04-25 142927"/>
          <p:cNvPicPr>
            <a:picLocks noChangeAspect="1"/>
          </p:cNvPicPr>
          <p:nvPr/>
        </p:nvPicPr>
        <p:blipFill>
          <a:blip r:embed="rId7"/>
          <a:stretch>
            <a:fillRect/>
          </a:stretch>
        </p:blipFill>
        <p:spPr>
          <a:xfrm>
            <a:off x="16270605" y="20428585"/>
            <a:ext cx="12743180" cy="9413240"/>
          </a:xfrm>
          <a:prstGeom prst="rect">
            <a:avLst/>
          </a:prstGeom>
        </p:spPr>
      </p:pic>
      <p:pic>
        <p:nvPicPr>
          <p:cNvPr id="24" name="Picture 23" descr="Screenshot 2024-04-25 142957"/>
          <p:cNvPicPr>
            <a:picLocks noChangeAspect="1"/>
          </p:cNvPicPr>
          <p:nvPr/>
        </p:nvPicPr>
        <p:blipFill>
          <a:blip r:embed="rId8"/>
          <a:stretch>
            <a:fillRect/>
          </a:stretch>
        </p:blipFill>
        <p:spPr>
          <a:xfrm>
            <a:off x="16910685" y="30146625"/>
            <a:ext cx="11021060" cy="5471160"/>
          </a:xfrm>
          <a:prstGeom prst="rect">
            <a:avLst/>
          </a:prstGeom>
        </p:spPr>
      </p:pic>
    </p:spTree>
  </p:cSld>
  <p:clrMapOvr>
    <a:masterClrMapping/>
  </p:clrMapOvr>
</p:sld>
</file>

<file path=ppt/theme/theme1.xml><?xml version="1.0" encoding="utf-8"?>
<a:theme xmlns:a="http://schemas.openxmlformats.org/drawingml/2006/main" name="Default Design">
  <a:themeElements>
    <a:clrScheme name="Custom 16">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064"/>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4389755" rtl="0" eaLnBrk="1" fontAlgn="base" latinLnBrk="0" hangingPunct="1">
          <a:lnSpc>
            <a:spcPct val="100000"/>
          </a:lnSpc>
          <a:spcBef>
            <a:spcPct val="0"/>
          </a:spcBef>
          <a:spcAft>
            <a:spcPct val="0"/>
          </a:spcAft>
          <a:buClrTx/>
          <a:buSzTx/>
          <a:buFontTx/>
          <a:buNone/>
          <a:defRPr kumimoji="0" lang="en-US" sz="86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4389755" rtl="0" eaLnBrk="1" fontAlgn="base" latinLnBrk="0" hangingPunct="1">
          <a:lnSpc>
            <a:spcPct val="100000"/>
          </a:lnSpc>
          <a:spcBef>
            <a:spcPct val="0"/>
          </a:spcBef>
          <a:spcAft>
            <a:spcPct val="0"/>
          </a:spcAft>
          <a:buClrTx/>
          <a:buSzTx/>
          <a:buFontTx/>
          <a:buNone/>
          <a:defRPr kumimoji="0" lang="en-US" sz="86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1768</Words>
  <Application>WPS Presentation</Application>
  <PresentationFormat>Custom</PresentationFormat>
  <Paragraphs>41</Paragraphs>
  <Slides>1</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vt:i4>
      </vt:variant>
    </vt:vector>
  </HeadingPairs>
  <TitlesOfParts>
    <vt:vector size="10" baseType="lpstr">
      <vt:lpstr>Arial</vt:lpstr>
      <vt:lpstr>SimSun</vt:lpstr>
      <vt:lpstr>Wingdings</vt:lpstr>
      <vt:lpstr>Times New Roman</vt:lpstr>
      <vt:lpstr>Calibri</vt:lpstr>
      <vt:lpstr>MS Gothic</vt:lpstr>
      <vt:lpstr>Microsoft YaHei</vt:lpstr>
      <vt:lpstr>Arial Unicode MS</vt:lpstr>
      <vt:lpstr>Default Design</vt:lpstr>
      <vt:lpstr>PowerPoint 演示文稿</vt:lpstr>
    </vt:vector>
  </TitlesOfParts>
  <Company>MegaPrint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A0 Vertical Poster</dc:title>
  <dc:creator>Ethan Shulda;www.postersession.com</dc:creator>
  <cp:keywords>www.postersession.com</cp:keywords>
  <dc:description>©MegaPrint Inc. 2009-2015</dc:description>
  <cp:category>Research Poster</cp:category>
  <cp:lastModifiedBy>radhi</cp:lastModifiedBy>
  <cp:revision>169</cp:revision>
  <dcterms:created xsi:type="dcterms:W3CDTF">2008-12-04T00:20:00Z</dcterms:created>
  <dcterms:modified xsi:type="dcterms:W3CDTF">2024-05-31T06:01:31Z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A2D8435D64EE47DABF1720E95C46E6BF_12</vt:lpwstr>
  </property>
  <property fmtid="{D5CDD505-2E9C-101B-9397-08002B2CF9AE}" pid="3" name="KSOProductBuildVer">
    <vt:lpwstr>1033-12.2.0.16909</vt:lpwstr>
  </property>
</Properties>
</file>